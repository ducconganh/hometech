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83" r:id="rId1"/>
  </p:sldMasterIdLst>
  <p:notesMasterIdLst>
    <p:notesMasterId r:id="rId24"/>
  </p:notesMasterIdLst>
  <p:sldIdLst>
    <p:sldId id="256" r:id="rId2"/>
    <p:sldId id="258" r:id="rId3"/>
    <p:sldId id="313" r:id="rId4"/>
    <p:sldId id="314" r:id="rId5"/>
    <p:sldId id="315" r:id="rId6"/>
    <p:sldId id="316" r:id="rId7"/>
    <p:sldId id="317" r:id="rId8"/>
    <p:sldId id="318" r:id="rId9"/>
    <p:sldId id="319" r:id="rId10"/>
    <p:sldId id="320" r:id="rId11"/>
    <p:sldId id="321" r:id="rId12"/>
    <p:sldId id="322" r:id="rId13"/>
    <p:sldId id="323" r:id="rId14"/>
    <p:sldId id="324" r:id="rId15"/>
    <p:sldId id="325" r:id="rId16"/>
    <p:sldId id="326" r:id="rId17"/>
    <p:sldId id="327" r:id="rId18"/>
    <p:sldId id="329" r:id="rId19"/>
    <p:sldId id="328" r:id="rId20"/>
    <p:sldId id="330" r:id="rId21"/>
    <p:sldId id="331" r:id="rId22"/>
    <p:sldId id="290" r:id="rId23"/>
  </p:sldIdLst>
  <p:sldSz cx="9144000" cy="5143500" type="screen16x9"/>
  <p:notesSz cx="6858000" cy="9144000"/>
  <p:embeddedFontLst>
    <p:embeddedFont>
      <p:font typeface="Days One" panose="020B0604020202020204" charset="0"/>
      <p:regular r:id="rId25"/>
    </p:embeddedFont>
    <p:embeddedFont>
      <p:font typeface="Lato" panose="020F0502020204030203" pitchFamily="34" charset="0"/>
      <p:regular r:id="rId26"/>
      <p:bold r:id="rId27"/>
      <p:italic r:id="rId28"/>
      <p:boldItalic r:id="rId29"/>
    </p:embeddedFont>
    <p:embeddedFont>
      <p:font typeface="Open Sans" panose="020B0606030504020204" pitchFamily="34" charset="0"/>
      <p:regular r:id="rId30"/>
      <p:bold r:id="rId31"/>
      <p:italic r:id="rId32"/>
      <p:boldItalic r:id="rId33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F2B3"/>
    <a:srgbClr val="B5E8FF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9F6C3E4B-CAB8-41BC-9AF6-CDC6FE8169CD}">
  <a:tblStyle styleId="{9F6C3E4B-CAB8-41BC-9AF6-CDC6FE8169CD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0" d="100"/>
          <a:sy n="100" d="100"/>
        </p:scale>
        <p:origin x="946" y="6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2.fntdata"/><Relationship Id="rId21" Type="http://schemas.openxmlformats.org/officeDocument/2006/relationships/slide" Target="slides/slide20.xml"/><Relationship Id="rId34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1.fntdata"/><Relationship Id="rId33" Type="http://schemas.openxmlformats.org/officeDocument/2006/relationships/font" Target="fonts/font9.fntdata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5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32" Type="http://schemas.openxmlformats.org/officeDocument/2006/relationships/font" Target="fonts/font8.fntdata"/><Relationship Id="rId37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font" Target="fonts/font4.fntdata"/><Relationship Id="rId36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font" Target="fonts/font3.fntdata"/><Relationship Id="rId30" Type="http://schemas.openxmlformats.org/officeDocument/2006/relationships/font" Target="fonts/font6.fntdata"/><Relationship Id="rId35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2" name="Google Shape;262;p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97601530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65750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7622734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282133453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874753455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706990717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71158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92061194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023463745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34820359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414207403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5549693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95474805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14112392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1981095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130652132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86344786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31316302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3" name="Google Shape;333;gf2f776bd34_0_6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34" name="Google Shape;334;gf2f776bd34_0_6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3244427570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4" name="Google Shape;1974;gf4b4a83110_0_309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1975" name="Google Shape;1975;gf4b4a83110_0_309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hyperlink" Target="http://bit.ly/2TyoMsr" TargetMode="External"/><Relationship Id="rId2" Type="http://schemas.openxmlformats.org/officeDocument/2006/relationships/hyperlink" Target="http://bit.ly/2Tynxth" TargetMode="External"/><Relationship Id="rId1" Type="http://schemas.openxmlformats.org/officeDocument/2006/relationships/slideMaster" Target="../slideMasters/slideMaster1.xml"/><Relationship Id="rId4" Type="http://schemas.openxmlformats.org/officeDocument/2006/relationships/hyperlink" Target="http://bit.ly/2TtBDfr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bg>
      <p:bgPr>
        <a:gradFill>
          <a:gsLst>
            <a:gs pos="0">
              <a:schemeClr val="accent1"/>
            </a:gs>
            <a:gs pos="79000">
              <a:schemeClr val="lt1"/>
            </a:gs>
            <a:gs pos="100000">
              <a:schemeClr val="accent6"/>
            </a:gs>
          </a:gsLst>
          <a:lin ang="2700006" scaled="0"/>
        </a:gradFill>
        <a:effectLst/>
      </p:bgPr>
    </p:bg>
    <p:spTree>
      <p:nvGrpSpPr>
        <p:cNvPr id="1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Google Shape;9;p2"/>
          <p:cNvSpPr/>
          <p:nvPr/>
        </p:nvSpPr>
        <p:spPr>
          <a:xfrm>
            <a:off x="6858200" y="2750225"/>
            <a:ext cx="4489411" cy="4507161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" name="Google Shape;10;p2"/>
          <p:cNvSpPr/>
          <p:nvPr/>
        </p:nvSpPr>
        <p:spPr>
          <a:xfrm rot="-5400000">
            <a:off x="225387" y="-225388"/>
            <a:ext cx="2863929" cy="3314700"/>
          </a:xfrm>
          <a:custGeom>
            <a:avLst/>
            <a:gdLst/>
            <a:ahLst/>
            <a:cxnLst/>
            <a:rect l="l" t="t" r="r" b="b"/>
            <a:pathLst>
              <a:path w="36081" h="41760" extrusionOk="0">
                <a:moveTo>
                  <a:pt x="1" y="0"/>
                </a:moveTo>
                <a:cubicBezTo>
                  <a:pt x="393" y="1188"/>
                  <a:pt x="1158" y="2253"/>
                  <a:pt x="2246" y="3123"/>
                </a:cubicBezTo>
                <a:cubicBezTo>
                  <a:pt x="4217" y="4699"/>
                  <a:pt x="6771" y="5553"/>
                  <a:pt x="9246" y="5903"/>
                </a:cubicBezTo>
                <a:cubicBezTo>
                  <a:pt x="14129" y="6592"/>
                  <a:pt x="20400" y="5345"/>
                  <a:pt x="24264" y="9159"/>
                </a:cubicBezTo>
                <a:cubicBezTo>
                  <a:pt x="26738" y="11599"/>
                  <a:pt x="27248" y="14890"/>
                  <a:pt x="27050" y="18216"/>
                </a:cubicBezTo>
                <a:cubicBezTo>
                  <a:pt x="26717" y="23824"/>
                  <a:pt x="24389" y="29410"/>
                  <a:pt x="26493" y="34967"/>
                </a:cubicBezTo>
                <a:cubicBezTo>
                  <a:pt x="27409" y="37384"/>
                  <a:pt x="29101" y="39517"/>
                  <a:pt x="31434" y="40686"/>
                </a:cubicBezTo>
                <a:cubicBezTo>
                  <a:pt x="32905" y="41424"/>
                  <a:pt x="34485" y="41749"/>
                  <a:pt x="36081" y="41760"/>
                </a:cubicBezTo>
                <a:lnTo>
                  <a:pt x="36081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1" name="Google Shape;11;p2"/>
          <p:cNvSpPr/>
          <p:nvPr/>
        </p:nvSpPr>
        <p:spPr>
          <a:xfrm rot="5400000">
            <a:off x="7496699" y="-622887"/>
            <a:ext cx="1864389" cy="1853864"/>
          </a:xfrm>
          <a:custGeom>
            <a:avLst/>
            <a:gdLst/>
            <a:ahLst/>
            <a:cxnLst/>
            <a:rect l="l" t="t" r="r" b="b"/>
            <a:pathLst>
              <a:path w="41093" h="40861" extrusionOk="0">
                <a:moveTo>
                  <a:pt x="0" y="1"/>
                </a:moveTo>
                <a:lnTo>
                  <a:pt x="0" y="40861"/>
                </a:lnTo>
                <a:lnTo>
                  <a:pt x="1361" y="40861"/>
                </a:lnTo>
                <a:cubicBezTo>
                  <a:pt x="23304" y="40861"/>
                  <a:pt x="41092" y="23072"/>
                  <a:pt x="41092" y="1128"/>
                </a:cubicBezTo>
                <a:cubicBezTo>
                  <a:pt x="41092" y="751"/>
                  <a:pt x="41087" y="376"/>
                  <a:pt x="41076" y="1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ctrTitle"/>
          </p:nvPr>
        </p:nvSpPr>
        <p:spPr>
          <a:xfrm>
            <a:off x="715100" y="1937500"/>
            <a:ext cx="5838300" cy="17973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6000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rgbClr val="191919"/>
              </a:buClr>
              <a:buSzPts val="5200"/>
              <a:buNone/>
              <a:defRPr sz="5200">
                <a:solidFill>
                  <a:srgbClr val="191919"/>
                </a:solidFill>
              </a:defRPr>
            </a:lvl9pPr>
          </a:lstStyle>
          <a:p>
            <a:endParaRPr/>
          </a:p>
        </p:txBody>
      </p:sp>
      <p:sp>
        <p:nvSpPr>
          <p:cNvPr id="13" name="Google Shape;13;p2"/>
          <p:cNvSpPr txBox="1">
            <a:spLocks noGrp="1"/>
          </p:cNvSpPr>
          <p:nvPr>
            <p:ph type="subTitle" idx="1"/>
          </p:nvPr>
        </p:nvSpPr>
        <p:spPr>
          <a:xfrm>
            <a:off x="715100" y="4214900"/>
            <a:ext cx="58383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bg>
      <p:bgPr>
        <a:solidFill>
          <a:schemeClr val="lt2"/>
        </a:solidFill>
        <a:effectLst/>
      </p:bgPr>
    </p:bg>
    <p:spTree>
      <p:nvGrpSpPr>
        <p:cNvPr id="1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ext">
  <p:cSld name="CUSTOM">
    <p:bg>
      <p:bgPr>
        <a:gradFill>
          <a:gsLst>
            <a:gs pos="0">
              <a:schemeClr val="accent1"/>
            </a:gs>
            <a:gs pos="79000">
              <a:schemeClr val="lt1"/>
            </a:gs>
            <a:gs pos="100000">
              <a:schemeClr val="accent6"/>
            </a:gs>
          </a:gsLst>
          <a:lin ang="18900044" scaled="0"/>
        </a:gradFill>
        <a:effectLst/>
      </p:bgPr>
    </p:bg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15"/>
          <p:cNvSpPr/>
          <p:nvPr/>
        </p:nvSpPr>
        <p:spPr>
          <a:xfrm>
            <a:off x="7131150" y="-2266125"/>
            <a:ext cx="4222669" cy="4239492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4" name="Google Shape;94;p15"/>
          <p:cNvSpPr/>
          <p:nvPr/>
        </p:nvSpPr>
        <p:spPr>
          <a:xfrm>
            <a:off x="-2132275" y="3018575"/>
            <a:ext cx="4222669" cy="4239492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5" name="Google Shape;95;p15"/>
          <p:cNvSpPr/>
          <p:nvPr/>
        </p:nvSpPr>
        <p:spPr>
          <a:xfrm rot="1700207">
            <a:off x="6864111" y="2679832"/>
            <a:ext cx="2803921" cy="3275396"/>
          </a:xfrm>
          <a:custGeom>
            <a:avLst/>
            <a:gdLst/>
            <a:ahLst/>
            <a:cxnLst/>
            <a:rect l="l" t="t" r="r" b="b"/>
            <a:pathLst>
              <a:path w="50057" h="58474" extrusionOk="0">
                <a:moveTo>
                  <a:pt x="50057" y="0"/>
                </a:moveTo>
                <a:cubicBezTo>
                  <a:pt x="43474" y="898"/>
                  <a:pt x="37651" y="5576"/>
                  <a:pt x="35449" y="11928"/>
                </a:cubicBezTo>
                <a:cubicBezTo>
                  <a:pt x="33409" y="17811"/>
                  <a:pt x="33734" y="24451"/>
                  <a:pt x="29541" y="29453"/>
                </a:cubicBezTo>
                <a:cubicBezTo>
                  <a:pt x="25003" y="34866"/>
                  <a:pt x="17670" y="36814"/>
                  <a:pt x="11677" y="40081"/>
                </a:cubicBezTo>
                <a:cubicBezTo>
                  <a:pt x="8617" y="41749"/>
                  <a:pt x="5755" y="43845"/>
                  <a:pt x="3672" y="46674"/>
                </a:cubicBezTo>
                <a:cubicBezTo>
                  <a:pt x="1853" y="49152"/>
                  <a:pt x="668" y="52038"/>
                  <a:pt x="221" y="55079"/>
                </a:cubicBezTo>
                <a:cubicBezTo>
                  <a:pt x="59" y="56203"/>
                  <a:pt x="1" y="57339"/>
                  <a:pt x="48" y="58473"/>
                </a:cubicBezTo>
                <a:lnTo>
                  <a:pt x="50057" y="58473"/>
                </a:lnTo>
                <a:lnTo>
                  <a:pt x="50057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6" name="Google Shape;96;p15"/>
          <p:cNvSpPr/>
          <p:nvPr/>
        </p:nvSpPr>
        <p:spPr>
          <a:xfrm rot="-9454994">
            <a:off x="-323737" y="-1234466"/>
            <a:ext cx="3492326" cy="4079689"/>
          </a:xfrm>
          <a:custGeom>
            <a:avLst/>
            <a:gdLst/>
            <a:ahLst/>
            <a:cxnLst/>
            <a:rect l="l" t="t" r="r" b="b"/>
            <a:pathLst>
              <a:path w="50057" h="58474" extrusionOk="0">
                <a:moveTo>
                  <a:pt x="50057" y="0"/>
                </a:moveTo>
                <a:cubicBezTo>
                  <a:pt x="43474" y="898"/>
                  <a:pt x="37651" y="5576"/>
                  <a:pt x="35449" y="11928"/>
                </a:cubicBezTo>
                <a:cubicBezTo>
                  <a:pt x="33409" y="17811"/>
                  <a:pt x="33734" y="24451"/>
                  <a:pt x="29541" y="29453"/>
                </a:cubicBezTo>
                <a:cubicBezTo>
                  <a:pt x="25003" y="34866"/>
                  <a:pt x="17670" y="36814"/>
                  <a:pt x="11677" y="40081"/>
                </a:cubicBezTo>
                <a:cubicBezTo>
                  <a:pt x="8617" y="41749"/>
                  <a:pt x="5755" y="43845"/>
                  <a:pt x="3672" y="46674"/>
                </a:cubicBezTo>
                <a:cubicBezTo>
                  <a:pt x="1853" y="49152"/>
                  <a:pt x="668" y="52038"/>
                  <a:pt x="221" y="55079"/>
                </a:cubicBezTo>
                <a:cubicBezTo>
                  <a:pt x="59" y="56203"/>
                  <a:pt x="1" y="57339"/>
                  <a:pt x="48" y="58473"/>
                </a:cubicBezTo>
                <a:lnTo>
                  <a:pt x="50057" y="58473"/>
                </a:lnTo>
                <a:lnTo>
                  <a:pt x="50057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7" name="Google Shape;97;p15"/>
          <p:cNvSpPr txBox="1">
            <a:spLocks noGrp="1"/>
          </p:cNvSpPr>
          <p:nvPr>
            <p:ph type="subTitle" idx="1"/>
          </p:nvPr>
        </p:nvSpPr>
        <p:spPr>
          <a:xfrm>
            <a:off x="1844550" y="3190638"/>
            <a:ext cx="5454900" cy="615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600"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98" name="Google Shape;98;p15"/>
          <p:cNvSpPr txBox="1">
            <a:spLocks noGrp="1"/>
          </p:cNvSpPr>
          <p:nvPr>
            <p:ph type="title"/>
          </p:nvPr>
        </p:nvSpPr>
        <p:spPr>
          <a:xfrm>
            <a:off x="720000" y="1337263"/>
            <a:ext cx="7704000" cy="15492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3500"/>
              <a:buNone/>
              <a:defRPr sz="12000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5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">
  <p:cSld name="BLANK_1_1_1_1_1_1_1">
    <p:bg>
      <p:bgPr>
        <a:gradFill>
          <a:gsLst>
            <a:gs pos="0">
              <a:schemeClr val="accent1"/>
            </a:gs>
            <a:gs pos="79000">
              <a:schemeClr val="lt1"/>
            </a:gs>
            <a:gs pos="100000">
              <a:schemeClr val="accent6"/>
            </a:gs>
          </a:gsLst>
          <a:lin ang="18900732" scaled="0"/>
        </a:gradFill>
        <a:effectLst/>
      </p:bgPr>
    </p:bg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33"/>
          <p:cNvSpPr/>
          <p:nvPr/>
        </p:nvSpPr>
        <p:spPr>
          <a:xfrm>
            <a:off x="7848600" y="3990497"/>
            <a:ext cx="2514551" cy="2524568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7" name="Google Shape;247;p33"/>
          <p:cNvSpPr/>
          <p:nvPr/>
        </p:nvSpPr>
        <p:spPr>
          <a:xfrm rot="-5232539">
            <a:off x="6273534" y="-444366"/>
            <a:ext cx="2803890" cy="3275359"/>
          </a:xfrm>
          <a:custGeom>
            <a:avLst/>
            <a:gdLst/>
            <a:ahLst/>
            <a:cxnLst/>
            <a:rect l="l" t="t" r="r" b="b"/>
            <a:pathLst>
              <a:path w="50057" h="58474" extrusionOk="0">
                <a:moveTo>
                  <a:pt x="50057" y="0"/>
                </a:moveTo>
                <a:cubicBezTo>
                  <a:pt x="43474" y="898"/>
                  <a:pt x="37651" y="5576"/>
                  <a:pt x="35449" y="11928"/>
                </a:cubicBezTo>
                <a:cubicBezTo>
                  <a:pt x="33409" y="17811"/>
                  <a:pt x="33734" y="24451"/>
                  <a:pt x="29541" y="29453"/>
                </a:cubicBezTo>
                <a:cubicBezTo>
                  <a:pt x="25003" y="34866"/>
                  <a:pt x="17670" y="36814"/>
                  <a:pt x="11677" y="40081"/>
                </a:cubicBezTo>
                <a:cubicBezTo>
                  <a:pt x="8617" y="41749"/>
                  <a:pt x="5755" y="43845"/>
                  <a:pt x="3672" y="46674"/>
                </a:cubicBezTo>
                <a:cubicBezTo>
                  <a:pt x="1853" y="49152"/>
                  <a:pt x="668" y="52038"/>
                  <a:pt x="221" y="55079"/>
                </a:cubicBezTo>
                <a:cubicBezTo>
                  <a:pt x="59" y="56203"/>
                  <a:pt x="1" y="57339"/>
                  <a:pt x="48" y="58473"/>
                </a:cubicBezTo>
                <a:lnTo>
                  <a:pt x="50057" y="58473"/>
                </a:lnTo>
                <a:lnTo>
                  <a:pt x="50057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8" name="Google Shape;248;p33"/>
          <p:cNvSpPr/>
          <p:nvPr/>
        </p:nvSpPr>
        <p:spPr>
          <a:xfrm rot="8629168">
            <a:off x="-1559635" y="120431"/>
            <a:ext cx="4033685" cy="4712146"/>
          </a:xfrm>
          <a:custGeom>
            <a:avLst/>
            <a:gdLst/>
            <a:ahLst/>
            <a:cxnLst/>
            <a:rect l="l" t="t" r="r" b="b"/>
            <a:pathLst>
              <a:path w="50057" h="58474" extrusionOk="0">
                <a:moveTo>
                  <a:pt x="50057" y="0"/>
                </a:moveTo>
                <a:cubicBezTo>
                  <a:pt x="43474" y="898"/>
                  <a:pt x="37651" y="5576"/>
                  <a:pt x="35449" y="11928"/>
                </a:cubicBezTo>
                <a:cubicBezTo>
                  <a:pt x="33409" y="17811"/>
                  <a:pt x="33734" y="24451"/>
                  <a:pt x="29541" y="29453"/>
                </a:cubicBezTo>
                <a:cubicBezTo>
                  <a:pt x="25003" y="34866"/>
                  <a:pt x="17670" y="36814"/>
                  <a:pt x="11677" y="40081"/>
                </a:cubicBezTo>
                <a:cubicBezTo>
                  <a:pt x="8617" y="41749"/>
                  <a:pt x="5755" y="43845"/>
                  <a:pt x="3672" y="46674"/>
                </a:cubicBezTo>
                <a:cubicBezTo>
                  <a:pt x="1853" y="49152"/>
                  <a:pt x="668" y="52038"/>
                  <a:pt x="221" y="55079"/>
                </a:cubicBezTo>
                <a:cubicBezTo>
                  <a:pt x="59" y="56203"/>
                  <a:pt x="1" y="57339"/>
                  <a:pt x="48" y="58473"/>
                </a:cubicBezTo>
                <a:lnTo>
                  <a:pt x="50057" y="58473"/>
                </a:lnTo>
                <a:lnTo>
                  <a:pt x="50057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ackground 1">
  <p:cSld name="BLANK_1_1_1_1_1_1_1_1">
    <p:bg>
      <p:bgPr>
        <a:gradFill>
          <a:gsLst>
            <a:gs pos="0">
              <a:schemeClr val="accent1"/>
            </a:gs>
            <a:gs pos="79000">
              <a:schemeClr val="lt1"/>
            </a:gs>
            <a:gs pos="100000">
              <a:schemeClr val="accent6"/>
            </a:gs>
          </a:gsLst>
          <a:lin ang="18900732" scaled="0"/>
        </a:gradFill>
        <a:effectLst/>
      </p:bgPr>
    </p:bg>
    <p:spTree>
      <p:nvGrpSpPr>
        <p:cNvPr id="1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34"/>
          <p:cNvSpPr/>
          <p:nvPr/>
        </p:nvSpPr>
        <p:spPr>
          <a:xfrm>
            <a:off x="7493100" y="-1161975"/>
            <a:ext cx="4222669" cy="4239492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1" name="Google Shape;251;p34"/>
          <p:cNvSpPr/>
          <p:nvPr/>
        </p:nvSpPr>
        <p:spPr>
          <a:xfrm>
            <a:off x="-2665675" y="2789975"/>
            <a:ext cx="4222669" cy="4239492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2" name="Google Shape;252;p34"/>
          <p:cNvSpPr/>
          <p:nvPr/>
        </p:nvSpPr>
        <p:spPr>
          <a:xfrm rot="1848319">
            <a:off x="6172266" y="2568611"/>
            <a:ext cx="3492400" cy="4079767"/>
          </a:xfrm>
          <a:custGeom>
            <a:avLst/>
            <a:gdLst/>
            <a:ahLst/>
            <a:cxnLst/>
            <a:rect l="l" t="t" r="r" b="b"/>
            <a:pathLst>
              <a:path w="50057" h="58474" extrusionOk="0">
                <a:moveTo>
                  <a:pt x="50057" y="0"/>
                </a:moveTo>
                <a:cubicBezTo>
                  <a:pt x="43474" y="898"/>
                  <a:pt x="37651" y="5576"/>
                  <a:pt x="35449" y="11928"/>
                </a:cubicBezTo>
                <a:cubicBezTo>
                  <a:pt x="33409" y="17811"/>
                  <a:pt x="33734" y="24451"/>
                  <a:pt x="29541" y="29453"/>
                </a:cubicBezTo>
                <a:cubicBezTo>
                  <a:pt x="25003" y="34866"/>
                  <a:pt x="17670" y="36814"/>
                  <a:pt x="11677" y="40081"/>
                </a:cubicBezTo>
                <a:cubicBezTo>
                  <a:pt x="8617" y="41749"/>
                  <a:pt x="5755" y="43845"/>
                  <a:pt x="3672" y="46674"/>
                </a:cubicBezTo>
                <a:cubicBezTo>
                  <a:pt x="1853" y="49152"/>
                  <a:pt x="668" y="52038"/>
                  <a:pt x="221" y="55079"/>
                </a:cubicBezTo>
                <a:cubicBezTo>
                  <a:pt x="59" y="56203"/>
                  <a:pt x="1" y="57339"/>
                  <a:pt x="48" y="58473"/>
                </a:cubicBezTo>
                <a:lnTo>
                  <a:pt x="50057" y="58473"/>
                </a:lnTo>
                <a:lnTo>
                  <a:pt x="50057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53" name="Google Shape;253;p34"/>
          <p:cNvSpPr/>
          <p:nvPr/>
        </p:nvSpPr>
        <p:spPr>
          <a:xfrm rot="7003599" flipH="1">
            <a:off x="19183" y="-1603364"/>
            <a:ext cx="3492424" cy="4079671"/>
          </a:xfrm>
          <a:custGeom>
            <a:avLst/>
            <a:gdLst/>
            <a:ahLst/>
            <a:cxnLst/>
            <a:rect l="l" t="t" r="r" b="b"/>
            <a:pathLst>
              <a:path w="50057" h="58474" extrusionOk="0">
                <a:moveTo>
                  <a:pt x="50057" y="0"/>
                </a:moveTo>
                <a:cubicBezTo>
                  <a:pt x="43474" y="898"/>
                  <a:pt x="37651" y="5576"/>
                  <a:pt x="35449" y="11928"/>
                </a:cubicBezTo>
                <a:cubicBezTo>
                  <a:pt x="33409" y="17811"/>
                  <a:pt x="33734" y="24451"/>
                  <a:pt x="29541" y="29453"/>
                </a:cubicBezTo>
                <a:cubicBezTo>
                  <a:pt x="25003" y="34866"/>
                  <a:pt x="17670" y="36814"/>
                  <a:pt x="11677" y="40081"/>
                </a:cubicBezTo>
                <a:cubicBezTo>
                  <a:pt x="8617" y="41749"/>
                  <a:pt x="5755" y="43845"/>
                  <a:pt x="3672" y="46674"/>
                </a:cubicBezTo>
                <a:cubicBezTo>
                  <a:pt x="1853" y="49152"/>
                  <a:pt x="668" y="52038"/>
                  <a:pt x="221" y="55079"/>
                </a:cubicBezTo>
                <a:cubicBezTo>
                  <a:pt x="59" y="56203"/>
                  <a:pt x="1" y="57339"/>
                  <a:pt x="48" y="58473"/>
                </a:cubicBezTo>
                <a:lnTo>
                  <a:pt x="50057" y="58473"/>
                </a:lnTo>
                <a:lnTo>
                  <a:pt x="50057" y="0"/>
                </a:ln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hanks">
  <p:cSld name="Thanks">
    <p:bg>
      <p:bgPr>
        <a:gradFill>
          <a:gsLst>
            <a:gs pos="0">
              <a:schemeClr val="accent1"/>
            </a:gs>
            <a:gs pos="79000">
              <a:schemeClr val="lt1"/>
            </a:gs>
            <a:gs pos="100000">
              <a:schemeClr val="accent6"/>
            </a:gs>
          </a:gsLst>
          <a:lin ang="2700006" scaled="0"/>
        </a:gradFill>
        <a:effectLst/>
      </p:bgPr>
    </p:bg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2"/>
          <p:cNvSpPr txBox="1">
            <a:spLocks noGrp="1"/>
          </p:cNvSpPr>
          <p:nvPr>
            <p:ph type="ctrTitle"/>
          </p:nvPr>
        </p:nvSpPr>
        <p:spPr>
          <a:xfrm>
            <a:off x="2175650" y="517425"/>
            <a:ext cx="4807500" cy="99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6500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 rtl="0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241" name="Google Shape;241;p32"/>
          <p:cNvSpPr txBox="1">
            <a:spLocks noGrp="1"/>
          </p:cNvSpPr>
          <p:nvPr>
            <p:ph type="subTitle" idx="1"/>
          </p:nvPr>
        </p:nvSpPr>
        <p:spPr>
          <a:xfrm>
            <a:off x="2425075" y="1628450"/>
            <a:ext cx="4293900" cy="13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latin typeface="Lato"/>
                <a:ea typeface="Lato"/>
                <a:cs typeface="Lato"/>
                <a:sym typeface="Lato"/>
              </a:defRPr>
            </a:lvl1pPr>
            <a:lvl2pPr lvl="1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>
            <a:endParaRPr/>
          </a:p>
        </p:txBody>
      </p:sp>
      <p:sp>
        <p:nvSpPr>
          <p:cNvPr id="242" name="Google Shape;242;p32"/>
          <p:cNvSpPr txBox="1"/>
          <p:nvPr/>
        </p:nvSpPr>
        <p:spPr>
          <a:xfrm>
            <a:off x="2774700" y="4017675"/>
            <a:ext cx="3594600" cy="56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None/>
            </a:pPr>
            <a:r>
              <a:rPr lang="en" sz="1100"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rPr>
              <a:t>CREDITS: This presentation template was created by </a:t>
            </a:r>
            <a:r>
              <a:rPr lang="en" sz="1100" b="1">
                <a:solidFill>
                  <a:schemeClr val="lt2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Slidesgo</a:t>
            </a:r>
            <a:r>
              <a:rPr lang="en" sz="1100"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rPr>
              <a:t>, including icons by </a:t>
            </a:r>
            <a:r>
              <a:rPr lang="en" sz="1100" b="1">
                <a:solidFill>
                  <a:schemeClr val="lt2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Flaticon</a:t>
            </a:r>
            <a:r>
              <a:rPr lang="en" sz="1100"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rPr>
              <a:t>, infographics &amp; images by </a:t>
            </a:r>
            <a:r>
              <a:rPr lang="en" sz="1100" b="1">
                <a:solidFill>
                  <a:schemeClr val="lt2"/>
                </a:solidFill>
                <a:uFill>
                  <a:noFill/>
                </a:uFill>
                <a:latin typeface="Lato"/>
                <a:ea typeface="Lato"/>
                <a:cs typeface="Lato"/>
                <a:sym typeface="Lato"/>
                <a:hlinkClick r:id="rId4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Freepik</a:t>
            </a:r>
            <a:r>
              <a:rPr lang="en" sz="1100" b="1"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rPr>
              <a:t> </a:t>
            </a:r>
            <a:endParaRPr sz="1100" b="1">
              <a:solidFill>
                <a:schemeClr val="lt2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243" name="Google Shape;243;p32"/>
          <p:cNvSpPr/>
          <p:nvPr/>
        </p:nvSpPr>
        <p:spPr>
          <a:xfrm>
            <a:off x="-1727100" y="101677"/>
            <a:ext cx="2883159" cy="2894645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44" name="Google Shape;244;p32"/>
          <p:cNvSpPr/>
          <p:nvPr/>
        </p:nvSpPr>
        <p:spPr>
          <a:xfrm>
            <a:off x="7988000" y="1906027"/>
            <a:ext cx="2883159" cy="2894645"/>
          </a:xfrm>
          <a:custGeom>
            <a:avLst/>
            <a:gdLst/>
            <a:ahLst/>
            <a:cxnLst/>
            <a:rect l="l" t="t" r="r" b="b"/>
            <a:pathLst>
              <a:path w="53969" h="54184" extrusionOk="0">
                <a:moveTo>
                  <a:pt x="26985" y="13177"/>
                </a:moveTo>
                <a:cubicBezTo>
                  <a:pt x="34640" y="13177"/>
                  <a:pt x="40845" y="19406"/>
                  <a:pt x="40845" y="27092"/>
                </a:cubicBezTo>
                <a:cubicBezTo>
                  <a:pt x="40845" y="34777"/>
                  <a:pt x="34640" y="41007"/>
                  <a:pt x="26985" y="41007"/>
                </a:cubicBezTo>
                <a:cubicBezTo>
                  <a:pt x="19330" y="41007"/>
                  <a:pt x="13124" y="34777"/>
                  <a:pt x="13124" y="27092"/>
                </a:cubicBezTo>
                <a:cubicBezTo>
                  <a:pt x="13124" y="19406"/>
                  <a:pt x="19330" y="13177"/>
                  <a:pt x="26985" y="13177"/>
                </a:cubicBezTo>
                <a:close/>
                <a:moveTo>
                  <a:pt x="26985" y="0"/>
                </a:moveTo>
                <a:cubicBezTo>
                  <a:pt x="12081" y="0"/>
                  <a:pt x="0" y="12130"/>
                  <a:pt x="0" y="27092"/>
                </a:cubicBezTo>
                <a:cubicBezTo>
                  <a:pt x="0" y="42054"/>
                  <a:pt x="12081" y="54184"/>
                  <a:pt x="26985" y="54184"/>
                </a:cubicBezTo>
                <a:cubicBezTo>
                  <a:pt x="41887" y="54184"/>
                  <a:pt x="53968" y="42054"/>
                  <a:pt x="53968" y="27092"/>
                </a:cubicBezTo>
                <a:cubicBezTo>
                  <a:pt x="53968" y="12130"/>
                  <a:pt x="41887" y="0"/>
                  <a:pt x="26985" y="0"/>
                </a:cubicBezTo>
                <a:close/>
              </a:path>
            </a:pathLst>
          </a:custGeom>
          <a:solidFill>
            <a:srgbClr val="FFFFFF">
              <a:alpha val="28130"/>
            </a:srgbClr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  <p:extLst>
      <p:ext uri="{BB962C8B-B14F-4D97-AF65-F5344CB8AC3E}">
        <p14:creationId xmlns:p14="http://schemas.microsoft.com/office/powerpoint/2010/main" val="249179394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gradFill>
          <a:gsLst>
            <a:gs pos="0">
              <a:schemeClr val="dk1"/>
            </a:gs>
            <a:gs pos="50000">
              <a:schemeClr val="lt1"/>
            </a:gs>
            <a:gs pos="100000">
              <a:schemeClr val="dk2"/>
            </a:gs>
          </a:gsLst>
          <a:lin ang="2700006" scaled="0"/>
        </a:gra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3500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●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1pPr>
            <a:lvl2pPr marL="914400" lvl="1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○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2pPr>
            <a:lvl3pPr marL="1371600" lvl="2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■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3pPr>
            <a:lvl4pPr marL="1828800" lvl="3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●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4pPr>
            <a:lvl5pPr marL="2286000" lvl="4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○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5pPr>
            <a:lvl6pPr marL="2743200" lvl="5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■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6pPr>
            <a:lvl7pPr marL="3200400" lvl="6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●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7pPr>
            <a:lvl8pPr marL="3657600" lvl="7" indent="-31750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lt2"/>
              </a:buClr>
              <a:buSzPts val="1400"/>
              <a:buFont typeface="Lato"/>
              <a:buChar char="○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8pPr>
            <a:lvl9pPr marL="4114800" lvl="8" indent="-31750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lt2"/>
              </a:buClr>
              <a:buSzPts val="1400"/>
              <a:buFont typeface="Lato"/>
              <a:buChar char="■"/>
              <a:defRPr>
                <a:solidFill>
                  <a:schemeClr val="lt2"/>
                </a:solidFill>
                <a:latin typeface="Lato"/>
                <a:ea typeface="Lato"/>
                <a:cs typeface="Lato"/>
                <a:sym typeface="Lato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8" r:id="rId2"/>
    <p:sldLayoutId id="2147483661" r:id="rId3"/>
    <p:sldLayoutId id="2147483679" r:id="rId4"/>
    <p:sldLayoutId id="2147483680" r:id="rId5"/>
    <p:sldLayoutId id="2147483684" r:id="rId6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3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chemeClr val="accent1"/>
            </a:gs>
            <a:gs pos="79000">
              <a:schemeClr val="lt1"/>
            </a:gs>
            <a:gs pos="100000">
              <a:schemeClr val="accent6"/>
            </a:gs>
          </a:gsLst>
          <a:lin ang="2700006" scaled="0"/>
        </a:grad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8"/>
          <p:cNvSpPr txBox="1">
            <a:spLocks noGrp="1"/>
          </p:cNvSpPr>
          <p:nvPr>
            <p:ph type="ctrTitle"/>
          </p:nvPr>
        </p:nvSpPr>
        <p:spPr>
          <a:xfrm>
            <a:off x="1005696" y="550915"/>
            <a:ext cx="5838300" cy="258164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TIỂU LUẬN CHUYÊN NGÀNH</a:t>
            </a:r>
            <a:endParaRPr dirty="0">
              <a:latin typeface="Bebas Neue Pro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265" name="Google Shape;265;p38"/>
          <p:cNvSpPr txBox="1">
            <a:spLocks noGrp="1"/>
          </p:cNvSpPr>
          <p:nvPr>
            <p:ph type="subTitle" idx="1"/>
          </p:nvPr>
        </p:nvSpPr>
        <p:spPr>
          <a:xfrm>
            <a:off x="715100" y="4214900"/>
            <a:ext cx="58383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WEBSITE bán hàng </a:t>
            </a:r>
            <a:endParaRPr dirty="0"/>
          </a:p>
        </p:txBody>
      </p:sp>
      <p:cxnSp>
        <p:nvCxnSpPr>
          <p:cNvPr id="266" name="Google Shape;266;p38"/>
          <p:cNvCxnSpPr/>
          <p:nvPr/>
        </p:nvCxnSpPr>
        <p:spPr>
          <a:xfrm>
            <a:off x="536502" y="4723924"/>
            <a:ext cx="54810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grpSp>
        <p:nvGrpSpPr>
          <p:cNvPr id="267" name="Google Shape;267;p38"/>
          <p:cNvGrpSpPr/>
          <p:nvPr/>
        </p:nvGrpSpPr>
        <p:grpSpPr>
          <a:xfrm>
            <a:off x="6978465" y="570975"/>
            <a:ext cx="1450362" cy="1447410"/>
            <a:chOff x="7193640" y="535000"/>
            <a:chExt cx="1450362" cy="1447410"/>
          </a:xfrm>
        </p:grpSpPr>
        <p:sp>
          <p:nvSpPr>
            <p:cNvPr id="268" name="Google Shape;268;p38"/>
            <p:cNvSpPr/>
            <p:nvPr/>
          </p:nvSpPr>
          <p:spPr>
            <a:xfrm>
              <a:off x="8222280" y="600283"/>
              <a:ext cx="179093" cy="1316756"/>
            </a:xfrm>
            <a:custGeom>
              <a:avLst/>
              <a:gdLst/>
              <a:ahLst/>
              <a:cxnLst/>
              <a:rect l="l" t="t" r="r" b="b"/>
              <a:pathLst>
                <a:path w="2052" h="15087" extrusionOk="0">
                  <a:moveTo>
                    <a:pt x="2052" y="13741"/>
                  </a:moveTo>
                  <a:lnTo>
                    <a:pt x="2052" y="1347"/>
                  </a:lnTo>
                  <a:cubicBezTo>
                    <a:pt x="1438" y="799"/>
                    <a:pt x="747" y="346"/>
                    <a:pt x="0" y="0"/>
                  </a:cubicBezTo>
                  <a:lnTo>
                    <a:pt x="0" y="15087"/>
                  </a:lnTo>
                  <a:cubicBezTo>
                    <a:pt x="747" y="14742"/>
                    <a:pt x="1438" y="14288"/>
                    <a:pt x="2052" y="13741"/>
                  </a:cubicBezTo>
                  <a:close/>
                </a:path>
              </a:pathLst>
            </a:custGeom>
            <a:gradFill>
              <a:gsLst>
                <a:gs pos="0">
                  <a:schemeClr val="dk1">
                    <a:alpha val="28130"/>
                  </a:schemeClr>
                </a:gs>
                <a:gs pos="50000">
                  <a:schemeClr val="lt1">
                    <a:alpha val="28130"/>
                  </a:schemeClr>
                </a:gs>
                <a:gs pos="100000">
                  <a:schemeClr val="dk2">
                    <a:alpha val="28130"/>
                  </a:scheme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69" name="Google Shape;269;p38"/>
            <p:cNvSpPr/>
            <p:nvPr/>
          </p:nvSpPr>
          <p:spPr>
            <a:xfrm>
              <a:off x="7960276" y="535000"/>
              <a:ext cx="179093" cy="1447323"/>
            </a:xfrm>
            <a:custGeom>
              <a:avLst/>
              <a:gdLst/>
              <a:ahLst/>
              <a:cxnLst/>
              <a:rect l="l" t="t" r="r" b="b"/>
              <a:pathLst>
                <a:path w="2052" h="16583" extrusionOk="0">
                  <a:moveTo>
                    <a:pt x="2052" y="16205"/>
                  </a:moveTo>
                  <a:lnTo>
                    <a:pt x="2052" y="378"/>
                  </a:lnTo>
                  <a:cubicBezTo>
                    <a:pt x="1387" y="166"/>
                    <a:pt x="697" y="40"/>
                    <a:pt x="0" y="0"/>
                  </a:cubicBezTo>
                  <a:lnTo>
                    <a:pt x="0" y="16583"/>
                  </a:lnTo>
                  <a:cubicBezTo>
                    <a:pt x="697" y="16544"/>
                    <a:pt x="1387" y="16417"/>
                    <a:pt x="2052" y="16205"/>
                  </a:cubicBezTo>
                  <a:close/>
                </a:path>
              </a:pathLst>
            </a:custGeom>
            <a:gradFill>
              <a:gsLst>
                <a:gs pos="0">
                  <a:schemeClr val="dk1">
                    <a:alpha val="28130"/>
                  </a:schemeClr>
                </a:gs>
                <a:gs pos="50000">
                  <a:schemeClr val="lt1">
                    <a:alpha val="28130"/>
                  </a:schemeClr>
                </a:gs>
                <a:gs pos="100000">
                  <a:schemeClr val="dk2">
                    <a:alpha val="28130"/>
                  </a:scheme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0" name="Google Shape;270;p38"/>
            <p:cNvSpPr/>
            <p:nvPr/>
          </p:nvSpPr>
          <p:spPr>
            <a:xfrm>
              <a:off x="8484197" y="805295"/>
              <a:ext cx="159805" cy="906726"/>
            </a:xfrm>
            <a:custGeom>
              <a:avLst/>
              <a:gdLst/>
              <a:ahLst/>
              <a:cxnLst/>
              <a:rect l="l" t="t" r="r" b="b"/>
              <a:pathLst>
                <a:path w="1831" h="10389" extrusionOk="0">
                  <a:moveTo>
                    <a:pt x="1828" y="5195"/>
                  </a:moveTo>
                  <a:cubicBezTo>
                    <a:pt x="1830" y="3305"/>
                    <a:pt x="1185" y="1472"/>
                    <a:pt x="1" y="1"/>
                  </a:cubicBezTo>
                  <a:lnTo>
                    <a:pt x="1" y="10388"/>
                  </a:lnTo>
                  <a:cubicBezTo>
                    <a:pt x="1186" y="8917"/>
                    <a:pt x="1830" y="7084"/>
                    <a:pt x="1828" y="5195"/>
                  </a:cubicBezTo>
                  <a:close/>
                </a:path>
              </a:pathLst>
            </a:custGeom>
            <a:gradFill>
              <a:gsLst>
                <a:gs pos="0">
                  <a:schemeClr val="dk1">
                    <a:alpha val="28130"/>
                  </a:schemeClr>
                </a:gs>
                <a:gs pos="50000">
                  <a:schemeClr val="lt1">
                    <a:alpha val="28130"/>
                  </a:schemeClr>
                </a:gs>
                <a:gs pos="100000">
                  <a:schemeClr val="dk2">
                    <a:alpha val="28130"/>
                  </a:scheme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1" name="Google Shape;271;p38"/>
            <p:cNvSpPr/>
            <p:nvPr/>
          </p:nvSpPr>
          <p:spPr>
            <a:xfrm>
              <a:off x="7193640" y="805295"/>
              <a:ext cx="159631" cy="906726"/>
            </a:xfrm>
            <a:custGeom>
              <a:avLst/>
              <a:gdLst/>
              <a:ahLst/>
              <a:cxnLst/>
              <a:rect l="l" t="t" r="r" b="b"/>
              <a:pathLst>
                <a:path w="1829" h="10389" extrusionOk="0">
                  <a:moveTo>
                    <a:pt x="3" y="5195"/>
                  </a:moveTo>
                  <a:cubicBezTo>
                    <a:pt x="1" y="7084"/>
                    <a:pt x="645" y="8917"/>
                    <a:pt x="1829" y="10388"/>
                  </a:cubicBezTo>
                  <a:lnTo>
                    <a:pt x="1829" y="1"/>
                  </a:lnTo>
                  <a:cubicBezTo>
                    <a:pt x="645" y="1472"/>
                    <a:pt x="1" y="3305"/>
                    <a:pt x="3" y="5195"/>
                  </a:cubicBezTo>
                  <a:close/>
                </a:path>
              </a:pathLst>
            </a:custGeom>
            <a:gradFill>
              <a:gsLst>
                <a:gs pos="0">
                  <a:schemeClr val="dk1">
                    <a:alpha val="28130"/>
                  </a:schemeClr>
                </a:gs>
                <a:gs pos="50000">
                  <a:schemeClr val="lt1">
                    <a:alpha val="28130"/>
                  </a:schemeClr>
                </a:gs>
                <a:gs pos="100000">
                  <a:schemeClr val="dk2">
                    <a:alpha val="28130"/>
                  </a:scheme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2" name="Google Shape;272;p38"/>
            <p:cNvSpPr/>
            <p:nvPr/>
          </p:nvSpPr>
          <p:spPr>
            <a:xfrm>
              <a:off x="7698272" y="535000"/>
              <a:ext cx="179093" cy="1447410"/>
            </a:xfrm>
            <a:custGeom>
              <a:avLst/>
              <a:gdLst/>
              <a:ahLst/>
              <a:cxnLst/>
              <a:rect l="l" t="t" r="r" b="b"/>
              <a:pathLst>
                <a:path w="2052" h="16584" extrusionOk="0">
                  <a:moveTo>
                    <a:pt x="2052" y="16584"/>
                  </a:moveTo>
                  <a:lnTo>
                    <a:pt x="2052" y="0"/>
                  </a:lnTo>
                  <a:cubicBezTo>
                    <a:pt x="1355" y="40"/>
                    <a:pt x="665" y="166"/>
                    <a:pt x="0" y="379"/>
                  </a:cubicBezTo>
                  <a:lnTo>
                    <a:pt x="0" y="16205"/>
                  </a:lnTo>
                  <a:cubicBezTo>
                    <a:pt x="665" y="16418"/>
                    <a:pt x="1355" y="16545"/>
                    <a:pt x="2052" y="16584"/>
                  </a:cubicBezTo>
                  <a:close/>
                </a:path>
              </a:pathLst>
            </a:custGeom>
            <a:gradFill>
              <a:gsLst>
                <a:gs pos="0">
                  <a:schemeClr val="dk1">
                    <a:alpha val="28130"/>
                  </a:schemeClr>
                </a:gs>
                <a:gs pos="50000">
                  <a:schemeClr val="lt1">
                    <a:alpha val="28130"/>
                  </a:schemeClr>
                </a:gs>
                <a:gs pos="100000">
                  <a:schemeClr val="dk2">
                    <a:alpha val="28130"/>
                  </a:scheme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3" name="Google Shape;273;p38"/>
            <p:cNvSpPr/>
            <p:nvPr/>
          </p:nvSpPr>
          <p:spPr>
            <a:xfrm>
              <a:off x="7436268" y="600283"/>
              <a:ext cx="179093" cy="1316756"/>
            </a:xfrm>
            <a:custGeom>
              <a:avLst/>
              <a:gdLst/>
              <a:ahLst/>
              <a:cxnLst/>
              <a:rect l="l" t="t" r="r" b="b"/>
              <a:pathLst>
                <a:path w="2052" h="15087" extrusionOk="0">
                  <a:moveTo>
                    <a:pt x="0" y="13741"/>
                  </a:moveTo>
                  <a:cubicBezTo>
                    <a:pt x="614" y="14288"/>
                    <a:pt x="1305" y="14742"/>
                    <a:pt x="2052" y="15087"/>
                  </a:cubicBezTo>
                  <a:lnTo>
                    <a:pt x="2052" y="0"/>
                  </a:lnTo>
                  <a:cubicBezTo>
                    <a:pt x="1305" y="346"/>
                    <a:pt x="614" y="799"/>
                    <a:pt x="0" y="1347"/>
                  </a:cubicBezTo>
                  <a:close/>
                </a:path>
              </a:pathLst>
            </a:custGeom>
            <a:gradFill>
              <a:gsLst>
                <a:gs pos="0">
                  <a:schemeClr val="dk1">
                    <a:alpha val="28130"/>
                  </a:schemeClr>
                </a:gs>
                <a:gs pos="50000">
                  <a:schemeClr val="lt1">
                    <a:alpha val="28130"/>
                  </a:schemeClr>
                </a:gs>
                <a:gs pos="100000">
                  <a:schemeClr val="dk2">
                    <a:alpha val="28130"/>
                  </a:schemeClr>
                </a:gs>
              </a:gsLst>
              <a:lin ang="2698631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74" name="Google Shape;274;p38"/>
          <p:cNvGrpSpPr/>
          <p:nvPr/>
        </p:nvGrpSpPr>
        <p:grpSpPr>
          <a:xfrm flipH="1">
            <a:off x="6812698" y="14485"/>
            <a:ext cx="2222991" cy="2380171"/>
            <a:chOff x="279450" y="571167"/>
            <a:chExt cx="1533626" cy="1642063"/>
          </a:xfrm>
        </p:grpSpPr>
        <p:sp>
          <p:nvSpPr>
            <p:cNvPr id="275" name="Google Shape;275;p38"/>
            <p:cNvSpPr/>
            <p:nvPr/>
          </p:nvSpPr>
          <p:spPr>
            <a:xfrm>
              <a:off x="328046" y="591443"/>
              <a:ext cx="1470248" cy="1255737"/>
            </a:xfrm>
            <a:custGeom>
              <a:avLst/>
              <a:gdLst/>
              <a:ahLst/>
              <a:cxnLst/>
              <a:rect l="l" t="t" r="r" b="b"/>
              <a:pathLst>
                <a:path w="38574" h="32946" extrusionOk="0">
                  <a:moveTo>
                    <a:pt x="547" y="31774"/>
                  </a:moveTo>
                  <a:cubicBezTo>
                    <a:pt x="2603" y="32632"/>
                    <a:pt x="4864" y="32946"/>
                    <a:pt x="7070" y="32574"/>
                  </a:cubicBezTo>
                  <a:cubicBezTo>
                    <a:pt x="9317" y="32195"/>
                    <a:pt x="11298" y="31096"/>
                    <a:pt x="13328" y="30122"/>
                  </a:cubicBezTo>
                  <a:cubicBezTo>
                    <a:pt x="15399" y="29128"/>
                    <a:pt x="17589" y="28397"/>
                    <a:pt x="19866" y="28065"/>
                  </a:cubicBezTo>
                  <a:cubicBezTo>
                    <a:pt x="22349" y="27703"/>
                    <a:pt x="24838" y="27849"/>
                    <a:pt x="27317" y="28184"/>
                  </a:cubicBezTo>
                  <a:cubicBezTo>
                    <a:pt x="29584" y="28491"/>
                    <a:pt x="32081" y="29201"/>
                    <a:pt x="34326" y="28412"/>
                  </a:cubicBezTo>
                  <a:cubicBezTo>
                    <a:pt x="35850" y="27875"/>
                    <a:pt x="37009" y="26591"/>
                    <a:pt x="37270" y="24982"/>
                  </a:cubicBezTo>
                  <a:cubicBezTo>
                    <a:pt x="37535" y="23347"/>
                    <a:pt x="36855" y="21789"/>
                    <a:pt x="36075" y="20392"/>
                  </a:cubicBezTo>
                  <a:cubicBezTo>
                    <a:pt x="35272" y="18955"/>
                    <a:pt x="34226" y="17655"/>
                    <a:pt x="33050" y="16506"/>
                  </a:cubicBezTo>
                  <a:cubicBezTo>
                    <a:pt x="30600" y="14113"/>
                    <a:pt x="27483" y="12314"/>
                    <a:pt x="24141" y="11530"/>
                  </a:cubicBezTo>
                  <a:cubicBezTo>
                    <a:pt x="21049" y="10804"/>
                    <a:pt x="17115" y="10926"/>
                    <a:pt x="14486" y="12942"/>
                  </a:cubicBezTo>
                  <a:cubicBezTo>
                    <a:pt x="13185" y="13939"/>
                    <a:pt x="12467" y="15527"/>
                    <a:pt x="12809" y="17160"/>
                  </a:cubicBezTo>
                  <a:cubicBezTo>
                    <a:pt x="13084" y="18470"/>
                    <a:pt x="14016" y="19483"/>
                    <a:pt x="15098" y="20211"/>
                  </a:cubicBezTo>
                  <a:cubicBezTo>
                    <a:pt x="17696" y="21961"/>
                    <a:pt x="21091" y="22431"/>
                    <a:pt x="24137" y="21952"/>
                  </a:cubicBezTo>
                  <a:cubicBezTo>
                    <a:pt x="27944" y="21354"/>
                    <a:pt x="31452" y="19344"/>
                    <a:pt x="34027" y="16495"/>
                  </a:cubicBezTo>
                  <a:cubicBezTo>
                    <a:pt x="37100" y="13096"/>
                    <a:pt x="38574" y="8661"/>
                    <a:pt x="38471" y="4108"/>
                  </a:cubicBezTo>
                  <a:cubicBezTo>
                    <a:pt x="38445" y="2923"/>
                    <a:pt x="38310" y="1744"/>
                    <a:pt x="38108" y="578"/>
                  </a:cubicBezTo>
                  <a:cubicBezTo>
                    <a:pt x="38007" y="0"/>
                    <a:pt x="37090" y="63"/>
                    <a:pt x="37191" y="648"/>
                  </a:cubicBezTo>
                  <a:cubicBezTo>
                    <a:pt x="37913" y="4798"/>
                    <a:pt x="37586" y="9103"/>
                    <a:pt x="35520" y="12843"/>
                  </a:cubicBezTo>
                  <a:cubicBezTo>
                    <a:pt x="33688" y="16161"/>
                    <a:pt x="30651" y="18832"/>
                    <a:pt x="27115" y="20203"/>
                  </a:cubicBezTo>
                  <a:cubicBezTo>
                    <a:pt x="24205" y="21332"/>
                    <a:pt x="20945" y="21577"/>
                    <a:pt x="17965" y="20579"/>
                  </a:cubicBezTo>
                  <a:cubicBezTo>
                    <a:pt x="15674" y="19813"/>
                    <a:pt x="12552" y="17775"/>
                    <a:pt x="13962" y="14928"/>
                  </a:cubicBezTo>
                  <a:cubicBezTo>
                    <a:pt x="14721" y="13393"/>
                    <a:pt x="16640" y="12692"/>
                    <a:pt x="18208" y="12331"/>
                  </a:cubicBezTo>
                  <a:cubicBezTo>
                    <a:pt x="19682" y="11990"/>
                    <a:pt x="21229" y="11971"/>
                    <a:pt x="22721" y="12193"/>
                  </a:cubicBezTo>
                  <a:cubicBezTo>
                    <a:pt x="25792" y="12648"/>
                    <a:pt x="28701" y="14061"/>
                    <a:pt x="31103" y="16006"/>
                  </a:cubicBezTo>
                  <a:cubicBezTo>
                    <a:pt x="33313" y="17795"/>
                    <a:pt x="35647" y="20395"/>
                    <a:pt x="36304" y="23251"/>
                  </a:cubicBezTo>
                  <a:cubicBezTo>
                    <a:pt x="36688" y="24923"/>
                    <a:pt x="36001" y="26635"/>
                    <a:pt x="34417" y="27385"/>
                  </a:cubicBezTo>
                  <a:cubicBezTo>
                    <a:pt x="32422" y="28329"/>
                    <a:pt x="30005" y="27637"/>
                    <a:pt x="27940" y="27344"/>
                  </a:cubicBezTo>
                  <a:cubicBezTo>
                    <a:pt x="23276" y="26683"/>
                    <a:pt x="18714" y="26829"/>
                    <a:pt x="14316" y="28669"/>
                  </a:cubicBezTo>
                  <a:cubicBezTo>
                    <a:pt x="12250" y="29533"/>
                    <a:pt x="10329" y="30751"/>
                    <a:pt x="8168" y="31385"/>
                  </a:cubicBezTo>
                  <a:cubicBezTo>
                    <a:pt x="5790" y="32082"/>
                    <a:pt x="3236" y="31901"/>
                    <a:pt x="957" y="30950"/>
                  </a:cubicBezTo>
                  <a:cubicBezTo>
                    <a:pt x="412" y="30723"/>
                    <a:pt x="0" y="31546"/>
                    <a:pt x="547" y="31774"/>
                  </a:cubicBez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6" name="Google Shape;276;p38"/>
            <p:cNvSpPr/>
            <p:nvPr/>
          </p:nvSpPr>
          <p:spPr>
            <a:xfrm>
              <a:off x="1161610" y="949375"/>
              <a:ext cx="508950" cy="987369"/>
            </a:xfrm>
            <a:custGeom>
              <a:avLst/>
              <a:gdLst/>
              <a:ahLst/>
              <a:cxnLst/>
              <a:rect l="l" t="t" r="r" b="b"/>
              <a:pathLst>
                <a:path w="13353" h="25905" extrusionOk="0">
                  <a:moveTo>
                    <a:pt x="3512" y="0"/>
                  </a:moveTo>
                  <a:lnTo>
                    <a:pt x="1" y="14288"/>
                  </a:lnTo>
                  <a:lnTo>
                    <a:pt x="13352" y="25905"/>
                  </a:lnTo>
                  <a:lnTo>
                    <a:pt x="13352" y="25905"/>
                  </a:lnTo>
                  <a:lnTo>
                    <a:pt x="3512" y="0"/>
                  </a:lnTo>
                  <a:close/>
                </a:path>
              </a:pathLst>
            </a:custGeom>
            <a:solidFill>
              <a:srgbClr val="30186B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7" name="Google Shape;277;p38"/>
            <p:cNvSpPr/>
            <p:nvPr/>
          </p:nvSpPr>
          <p:spPr>
            <a:xfrm>
              <a:off x="474253" y="949375"/>
              <a:ext cx="821264" cy="544625"/>
            </a:xfrm>
            <a:custGeom>
              <a:avLst/>
              <a:gdLst/>
              <a:ahLst/>
              <a:cxnLst/>
              <a:rect l="l" t="t" r="r" b="b"/>
              <a:pathLst>
                <a:path w="21547" h="14289" extrusionOk="0">
                  <a:moveTo>
                    <a:pt x="21546" y="0"/>
                  </a:moveTo>
                  <a:lnTo>
                    <a:pt x="18035" y="14288"/>
                  </a:lnTo>
                  <a:lnTo>
                    <a:pt x="0" y="13027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8" name="Google Shape;278;p38"/>
            <p:cNvSpPr/>
            <p:nvPr/>
          </p:nvSpPr>
          <p:spPr>
            <a:xfrm>
              <a:off x="474253" y="1445889"/>
              <a:ext cx="1196316" cy="767331"/>
            </a:xfrm>
            <a:custGeom>
              <a:avLst/>
              <a:gdLst/>
              <a:ahLst/>
              <a:cxnLst/>
              <a:rect l="l" t="t" r="r" b="b"/>
              <a:pathLst>
                <a:path w="31387" h="20132" extrusionOk="0">
                  <a:moveTo>
                    <a:pt x="0" y="0"/>
                  </a:moveTo>
                  <a:lnTo>
                    <a:pt x="18035" y="1261"/>
                  </a:lnTo>
                  <a:lnTo>
                    <a:pt x="31386" y="12878"/>
                  </a:lnTo>
                  <a:lnTo>
                    <a:pt x="12993" y="20132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79" name="Google Shape;279;p38"/>
            <p:cNvSpPr/>
            <p:nvPr/>
          </p:nvSpPr>
          <p:spPr>
            <a:xfrm>
              <a:off x="969437" y="1493952"/>
              <a:ext cx="701125" cy="719268"/>
            </a:xfrm>
            <a:custGeom>
              <a:avLst/>
              <a:gdLst/>
              <a:ahLst/>
              <a:cxnLst/>
              <a:rect l="l" t="t" r="r" b="b"/>
              <a:pathLst>
                <a:path w="18395" h="18871" extrusionOk="0">
                  <a:moveTo>
                    <a:pt x="5043" y="0"/>
                  </a:moveTo>
                  <a:lnTo>
                    <a:pt x="1" y="18871"/>
                  </a:lnTo>
                  <a:lnTo>
                    <a:pt x="18394" y="11617"/>
                  </a:lnTo>
                  <a:lnTo>
                    <a:pt x="5043" y="0"/>
                  </a:lnTo>
                  <a:close/>
                </a:path>
              </a:pathLst>
            </a:custGeom>
            <a:solidFill>
              <a:srgbClr val="241250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0" name="Google Shape;280;p38"/>
            <p:cNvSpPr/>
            <p:nvPr/>
          </p:nvSpPr>
          <p:spPr>
            <a:xfrm>
              <a:off x="969437" y="949375"/>
              <a:ext cx="701125" cy="1263855"/>
            </a:xfrm>
            <a:custGeom>
              <a:avLst/>
              <a:gdLst/>
              <a:ahLst/>
              <a:cxnLst/>
              <a:rect l="l" t="t" r="r" b="b"/>
              <a:pathLst>
                <a:path w="18395" h="33159" extrusionOk="0">
                  <a:moveTo>
                    <a:pt x="8554" y="0"/>
                  </a:moveTo>
                  <a:lnTo>
                    <a:pt x="5043" y="14288"/>
                  </a:lnTo>
                  <a:lnTo>
                    <a:pt x="1" y="33159"/>
                  </a:lnTo>
                  <a:lnTo>
                    <a:pt x="18394" y="25905"/>
                  </a:lnTo>
                  <a:close/>
                </a:path>
              </a:pathLst>
            </a:custGeom>
            <a:gradFill>
              <a:gsLst>
                <a:gs pos="0">
                  <a:schemeClr val="accent1"/>
                </a:gs>
                <a:gs pos="100000">
                  <a:schemeClr val="accent2"/>
                </a:gs>
              </a:gsLst>
              <a:lin ang="599990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1" name="Google Shape;281;p38"/>
            <p:cNvSpPr/>
            <p:nvPr/>
          </p:nvSpPr>
          <p:spPr>
            <a:xfrm>
              <a:off x="279450" y="1498868"/>
              <a:ext cx="1471963" cy="348981"/>
            </a:xfrm>
            <a:custGeom>
              <a:avLst/>
              <a:gdLst/>
              <a:ahLst/>
              <a:cxnLst/>
              <a:rect l="l" t="t" r="r" b="b"/>
              <a:pathLst>
                <a:path w="38619" h="9156" extrusionOk="0">
                  <a:moveTo>
                    <a:pt x="37672" y="613"/>
                  </a:moveTo>
                  <a:cubicBezTo>
                    <a:pt x="37589" y="1865"/>
                    <a:pt x="36905" y="3003"/>
                    <a:pt x="35692" y="3576"/>
                  </a:cubicBezTo>
                  <a:cubicBezTo>
                    <a:pt x="33696" y="4521"/>
                    <a:pt x="31280" y="3828"/>
                    <a:pt x="29215" y="3536"/>
                  </a:cubicBezTo>
                  <a:cubicBezTo>
                    <a:pt x="24550" y="2875"/>
                    <a:pt x="19987" y="3020"/>
                    <a:pt x="15591" y="4860"/>
                  </a:cubicBezTo>
                  <a:cubicBezTo>
                    <a:pt x="13525" y="5724"/>
                    <a:pt x="11604" y="6943"/>
                    <a:pt x="9442" y="7577"/>
                  </a:cubicBezTo>
                  <a:cubicBezTo>
                    <a:pt x="7065" y="8273"/>
                    <a:pt x="4534" y="7474"/>
                    <a:pt x="2336" y="6344"/>
                  </a:cubicBezTo>
                  <a:cubicBezTo>
                    <a:pt x="996" y="5654"/>
                    <a:pt x="1" y="7761"/>
                    <a:pt x="1609" y="8297"/>
                  </a:cubicBezTo>
                  <a:cubicBezTo>
                    <a:pt x="3665" y="9155"/>
                    <a:pt x="6139" y="9137"/>
                    <a:pt x="8345" y="8765"/>
                  </a:cubicBezTo>
                  <a:cubicBezTo>
                    <a:pt x="10592" y="8387"/>
                    <a:pt x="12573" y="7288"/>
                    <a:pt x="14603" y="6314"/>
                  </a:cubicBezTo>
                  <a:cubicBezTo>
                    <a:pt x="16674" y="5320"/>
                    <a:pt x="18864" y="4589"/>
                    <a:pt x="21141" y="4256"/>
                  </a:cubicBezTo>
                  <a:cubicBezTo>
                    <a:pt x="23624" y="3894"/>
                    <a:pt x="26113" y="4041"/>
                    <a:pt x="28592" y="4376"/>
                  </a:cubicBezTo>
                  <a:cubicBezTo>
                    <a:pt x="30859" y="4683"/>
                    <a:pt x="33356" y="5393"/>
                    <a:pt x="35601" y="4602"/>
                  </a:cubicBezTo>
                  <a:cubicBezTo>
                    <a:pt x="37125" y="4067"/>
                    <a:pt x="38284" y="2783"/>
                    <a:pt x="38545" y="1172"/>
                  </a:cubicBezTo>
                  <a:cubicBezTo>
                    <a:pt x="38606" y="785"/>
                    <a:pt x="38619" y="391"/>
                    <a:pt x="38582" y="0"/>
                  </a:cubicBezTo>
                  <a:close/>
                </a:path>
              </a:pathLst>
            </a:custGeom>
            <a:solidFill>
              <a:srgbClr val="EECBA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2" name="Google Shape;282;p38"/>
            <p:cNvSpPr/>
            <p:nvPr/>
          </p:nvSpPr>
          <p:spPr>
            <a:xfrm>
              <a:off x="809927" y="571167"/>
              <a:ext cx="1003149" cy="895512"/>
            </a:xfrm>
            <a:custGeom>
              <a:avLst/>
              <a:gdLst/>
              <a:ahLst/>
              <a:cxnLst/>
              <a:rect l="l" t="t" r="r" b="b"/>
              <a:pathLst>
                <a:path w="26319" h="23495" extrusionOk="0">
                  <a:moveTo>
                    <a:pt x="2633" y="12973"/>
                  </a:moveTo>
                  <a:cubicBezTo>
                    <a:pt x="1275" y="13711"/>
                    <a:pt x="239" y="14919"/>
                    <a:pt x="99" y="16501"/>
                  </a:cubicBezTo>
                  <a:cubicBezTo>
                    <a:pt x="0" y="17617"/>
                    <a:pt x="368" y="18683"/>
                    <a:pt x="1086" y="19539"/>
                  </a:cubicBezTo>
                  <a:cubicBezTo>
                    <a:pt x="2571" y="21309"/>
                    <a:pt x="5071" y="22200"/>
                    <a:pt x="7297" y="22526"/>
                  </a:cubicBezTo>
                  <a:cubicBezTo>
                    <a:pt x="13911" y="23494"/>
                    <a:pt x="20546" y="19487"/>
                    <a:pt x="23701" y="13783"/>
                  </a:cubicBezTo>
                  <a:cubicBezTo>
                    <a:pt x="24939" y="11545"/>
                    <a:pt x="25602" y="9030"/>
                    <a:pt x="25772" y="6485"/>
                  </a:cubicBezTo>
                  <a:cubicBezTo>
                    <a:pt x="25856" y="5225"/>
                    <a:pt x="26319" y="167"/>
                    <a:pt x="24374" y="79"/>
                  </a:cubicBezTo>
                  <a:cubicBezTo>
                    <a:pt x="22633" y="0"/>
                    <a:pt x="23354" y="2391"/>
                    <a:pt x="23550" y="3310"/>
                  </a:cubicBezTo>
                  <a:cubicBezTo>
                    <a:pt x="24147" y="6093"/>
                    <a:pt x="24714" y="9141"/>
                    <a:pt x="23608" y="11875"/>
                  </a:cubicBezTo>
                  <a:cubicBezTo>
                    <a:pt x="22452" y="14733"/>
                    <a:pt x="20301" y="17237"/>
                    <a:pt x="17776" y="18977"/>
                  </a:cubicBezTo>
                  <a:cubicBezTo>
                    <a:pt x="13629" y="21835"/>
                    <a:pt x="7784" y="22872"/>
                    <a:pt x="3284" y="20188"/>
                  </a:cubicBezTo>
                  <a:cubicBezTo>
                    <a:pt x="2329" y="19618"/>
                    <a:pt x="1410" y="18791"/>
                    <a:pt x="1105" y="17685"/>
                  </a:cubicBezTo>
                  <a:cubicBezTo>
                    <a:pt x="634" y="15982"/>
                    <a:pt x="1700" y="14522"/>
                    <a:pt x="3147" y="13736"/>
                  </a:cubicBezTo>
                  <a:cubicBezTo>
                    <a:pt x="3667" y="13453"/>
                    <a:pt x="3149" y="12694"/>
                    <a:pt x="2633" y="12973"/>
                  </a:cubicBezTo>
                  <a:close/>
                </a:path>
              </a:pathLst>
            </a:custGeom>
            <a:solidFill>
              <a:srgbClr val="EECBAF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3" name="Google Shape;283;p38"/>
          <p:cNvGrpSpPr/>
          <p:nvPr/>
        </p:nvGrpSpPr>
        <p:grpSpPr>
          <a:xfrm>
            <a:off x="6724281" y="3004537"/>
            <a:ext cx="310599" cy="294704"/>
            <a:chOff x="6724281" y="3004537"/>
            <a:chExt cx="310599" cy="294704"/>
          </a:xfrm>
        </p:grpSpPr>
        <p:sp>
          <p:nvSpPr>
            <p:cNvPr id="284" name="Google Shape;284;p38"/>
            <p:cNvSpPr/>
            <p:nvPr/>
          </p:nvSpPr>
          <p:spPr>
            <a:xfrm>
              <a:off x="6771315" y="3004537"/>
              <a:ext cx="263565" cy="242106"/>
            </a:xfrm>
            <a:custGeom>
              <a:avLst/>
              <a:gdLst/>
              <a:ahLst/>
              <a:cxnLst/>
              <a:rect l="l" t="t" r="r" b="b"/>
              <a:pathLst>
                <a:path w="6915" h="6352" extrusionOk="0">
                  <a:moveTo>
                    <a:pt x="0" y="838"/>
                  </a:moveTo>
                  <a:lnTo>
                    <a:pt x="749" y="1"/>
                  </a:lnTo>
                  <a:lnTo>
                    <a:pt x="6914" y="5515"/>
                  </a:lnTo>
                  <a:lnTo>
                    <a:pt x="6165" y="6352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5" name="Google Shape;285;p38"/>
            <p:cNvSpPr/>
            <p:nvPr/>
          </p:nvSpPr>
          <p:spPr>
            <a:xfrm>
              <a:off x="6724281" y="3057058"/>
              <a:ext cx="263603" cy="242183"/>
            </a:xfrm>
            <a:custGeom>
              <a:avLst/>
              <a:gdLst/>
              <a:ahLst/>
              <a:cxnLst/>
              <a:rect l="l" t="t" r="r" b="b"/>
              <a:pathLst>
                <a:path w="6916" h="6354" extrusionOk="0">
                  <a:moveTo>
                    <a:pt x="1" y="839"/>
                  </a:moveTo>
                  <a:lnTo>
                    <a:pt x="750" y="1"/>
                  </a:lnTo>
                  <a:lnTo>
                    <a:pt x="6916" y="5516"/>
                  </a:lnTo>
                  <a:lnTo>
                    <a:pt x="6167" y="6353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86" name="Google Shape;286;p38"/>
          <p:cNvGrpSpPr/>
          <p:nvPr/>
        </p:nvGrpSpPr>
        <p:grpSpPr>
          <a:xfrm>
            <a:off x="8005637" y="2529896"/>
            <a:ext cx="274389" cy="287882"/>
            <a:chOff x="8005637" y="2529896"/>
            <a:chExt cx="274389" cy="287882"/>
          </a:xfrm>
        </p:grpSpPr>
        <p:sp>
          <p:nvSpPr>
            <p:cNvPr id="287" name="Google Shape;287;p38"/>
            <p:cNvSpPr/>
            <p:nvPr/>
          </p:nvSpPr>
          <p:spPr>
            <a:xfrm>
              <a:off x="8005637" y="2529896"/>
              <a:ext cx="221829" cy="240887"/>
            </a:xfrm>
            <a:custGeom>
              <a:avLst/>
              <a:gdLst/>
              <a:ahLst/>
              <a:cxnLst/>
              <a:rect l="l" t="t" r="r" b="b"/>
              <a:pathLst>
                <a:path w="5820" h="6320" extrusionOk="0">
                  <a:moveTo>
                    <a:pt x="0" y="5570"/>
                  </a:moveTo>
                  <a:lnTo>
                    <a:pt x="4982" y="0"/>
                  </a:lnTo>
                  <a:lnTo>
                    <a:pt x="5820" y="749"/>
                  </a:lnTo>
                  <a:lnTo>
                    <a:pt x="838" y="6319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88" name="Google Shape;288;p38"/>
            <p:cNvSpPr/>
            <p:nvPr/>
          </p:nvSpPr>
          <p:spPr>
            <a:xfrm>
              <a:off x="8058159" y="2576891"/>
              <a:ext cx="221867" cy="240887"/>
            </a:xfrm>
            <a:custGeom>
              <a:avLst/>
              <a:gdLst/>
              <a:ahLst/>
              <a:cxnLst/>
              <a:rect l="l" t="t" r="r" b="b"/>
              <a:pathLst>
                <a:path w="5821" h="6320" extrusionOk="0">
                  <a:moveTo>
                    <a:pt x="1" y="5571"/>
                  </a:moveTo>
                  <a:lnTo>
                    <a:pt x="4984" y="1"/>
                  </a:lnTo>
                  <a:lnTo>
                    <a:pt x="5820" y="750"/>
                  </a:lnTo>
                  <a:lnTo>
                    <a:pt x="838" y="632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89" name="Google Shape;289;p38"/>
          <p:cNvSpPr/>
          <p:nvPr/>
        </p:nvSpPr>
        <p:spPr>
          <a:xfrm>
            <a:off x="5908493" y="148121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90" name="Google Shape;290;p38"/>
          <p:cNvSpPr/>
          <p:nvPr/>
        </p:nvSpPr>
        <p:spPr>
          <a:xfrm>
            <a:off x="6126488" y="1858060"/>
            <a:ext cx="78441" cy="78441"/>
          </a:xfrm>
          <a:custGeom>
            <a:avLst/>
            <a:gdLst/>
            <a:ahLst/>
            <a:cxnLst/>
            <a:rect l="l" t="t" r="r" b="b"/>
            <a:pathLst>
              <a:path w="2058" h="2058" extrusionOk="0">
                <a:moveTo>
                  <a:pt x="1242" y="118"/>
                </a:moveTo>
                <a:cubicBezTo>
                  <a:pt x="1744" y="236"/>
                  <a:pt x="2057" y="739"/>
                  <a:pt x="1939" y="1242"/>
                </a:cubicBezTo>
                <a:cubicBezTo>
                  <a:pt x="1821" y="1746"/>
                  <a:pt x="1319" y="2058"/>
                  <a:pt x="815" y="1940"/>
                </a:cubicBezTo>
                <a:cubicBezTo>
                  <a:pt x="312" y="1822"/>
                  <a:pt x="0" y="1319"/>
                  <a:pt x="117" y="816"/>
                </a:cubicBezTo>
                <a:cubicBezTo>
                  <a:pt x="235" y="312"/>
                  <a:pt x="739" y="1"/>
                  <a:pt x="1242" y="118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291" name="Google Shape;291;p38"/>
          <p:cNvGrpSpPr/>
          <p:nvPr/>
        </p:nvGrpSpPr>
        <p:grpSpPr>
          <a:xfrm rot="8945712">
            <a:off x="373626" y="242530"/>
            <a:ext cx="470500" cy="545601"/>
            <a:chOff x="5320111" y="1881293"/>
            <a:chExt cx="470512" cy="545615"/>
          </a:xfrm>
        </p:grpSpPr>
        <p:sp>
          <p:nvSpPr>
            <p:cNvPr id="292" name="Google Shape;292;p38"/>
            <p:cNvSpPr/>
            <p:nvPr/>
          </p:nvSpPr>
          <p:spPr>
            <a:xfrm>
              <a:off x="5587062" y="18812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3" name="Google Shape;293;p38"/>
            <p:cNvSpPr/>
            <p:nvPr/>
          </p:nvSpPr>
          <p:spPr>
            <a:xfrm>
              <a:off x="5320111" y="18812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4" name="Google Shape;294;p38"/>
            <p:cNvSpPr/>
            <p:nvPr/>
          </p:nvSpPr>
          <p:spPr>
            <a:xfrm>
              <a:off x="5320111" y="22534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95" name="Google Shape;295;p38"/>
          <p:cNvGrpSpPr/>
          <p:nvPr/>
        </p:nvGrpSpPr>
        <p:grpSpPr>
          <a:xfrm>
            <a:off x="863400" y="326137"/>
            <a:ext cx="315323" cy="376981"/>
            <a:chOff x="4040314" y="1769061"/>
            <a:chExt cx="315323" cy="376981"/>
          </a:xfrm>
        </p:grpSpPr>
        <p:sp>
          <p:nvSpPr>
            <p:cNvPr id="296" name="Google Shape;296;p38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7" name="Google Shape;297;p38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98" name="Google Shape;298;p38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299" name="Google Shape;299;p38"/>
          <p:cNvSpPr/>
          <p:nvPr/>
        </p:nvSpPr>
        <p:spPr>
          <a:xfrm>
            <a:off x="8534269" y="4265784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00" name="Google Shape;300;p38"/>
          <p:cNvSpPr/>
          <p:nvPr/>
        </p:nvSpPr>
        <p:spPr>
          <a:xfrm>
            <a:off x="8752287" y="4623251"/>
            <a:ext cx="376994" cy="376994"/>
          </a:xfrm>
          <a:custGeom>
            <a:avLst/>
            <a:gdLst/>
            <a:ahLst/>
            <a:cxnLst/>
            <a:rect l="l" t="t" r="r" b="b"/>
            <a:pathLst>
              <a:path w="5671" h="5671" extrusionOk="0">
                <a:moveTo>
                  <a:pt x="2836" y="0"/>
                </a:moveTo>
                <a:cubicBezTo>
                  <a:pt x="1270" y="0"/>
                  <a:pt x="1" y="1269"/>
                  <a:pt x="1" y="2835"/>
                </a:cubicBezTo>
                <a:cubicBezTo>
                  <a:pt x="1" y="4401"/>
                  <a:pt x="1270" y="5670"/>
                  <a:pt x="2836" y="5670"/>
                </a:cubicBezTo>
                <a:cubicBezTo>
                  <a:pt x="4402" y="5670"/>
                  <a:pt x="5671" y="4401"/>
                  <a:pt x="5671" y="2835"/>
                </a:cubicBezTo>
                <a:cubicBezTo>
                  <a:pt x="5671" y="1269"/>
                  <a:pt x="4402" y="0"/>
                  <a:pt x="2836" y="0"/>
                </a:cubicBezTo>
                <a:close/>
                <a:moveTo>
                  <a:pt x="2836" y="3409"/>
                </a:moveTo>
                <a:cubicBezTo>
                  <a:pt x="2603" y="3409"/>
                  <a:pt x="2395" y="3269"/>
                  <a:pt x="2306" y="3055"/>
                </a:cubicBezTo>
                <a:cubicBezTo>
                  <a:pt x="2217" y="2841"/>
                  <a:pt x="2266" y="2595"/>
                  <a:pt x="2431" y="2430"/>
                </a:cubicBezTo>
                <a:cubicBezTo>
                  <a:pt x="2594" y="2267"/>
                  <a:pt x="2840" y="2217"/>
                  <a:pt x="3055" y="2306"/>
                </a:cubicBezTo>
                <a:cubicBezTo>
                  <a:pt x="3269" y="2395"/>
                  <a:pt x="3409" y="2604"/>
                  <a:pt x="3409" y="2835"/>
                </a:cubicBezTo>
                <a:cubicBezTo>
                  <a:pt x="3409" y="3152"/>
                  <a:pt x="3152" y="3408"/>
                  <a:pt x="2836" y="3408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01" name="Google Shape;301;p38"/>
          <p:cNvGrpSpPr/>
          <p:nvPr/>
        </p:nvGrpSpPr>
        <p:grpSpPr>
          <a:xfrm rot="2395509">
            <a:off x="632314" y="701243"/>
            <a:ext cx="274395" cy="287888"/>
            <a:chOff x="2772212" y="2822146"/>
            <a:chExt cx="274389" cy="287882"/>
          </a:xfrm>
        </p:grpSpPr>
        <p:sp>
          <p:nvSpPr>
            <p:cNvPr id="302" name="Google Shape;302;p38"/>
            <p:cNvSpPr/>
            <p:nvPr/>
          </p:nvSpPr>
          <p:spPr>
            <a:xfrm>
              <a:off x="2772212" y="2822146"/>
              <a:ext cx="221829" cy="240887"/>
            </a:xfrm>
            <a:custGeom>
              <a:avLst/>
              <a:gdLst/>
              <a:ahLst/>
              <a:cxnLst/>
              <a:rect l="l" t="t" r="r" b="b"/>
              <a:pathLst>
                <a:path w="5820" h="6320" extrusionOk="0">
                  <a:moveTo>
                    <a:pt x="0" y="5570"/>
                  </a:moveTo>
                  <a:lnTo>
                    <a:pt x="4982" y="0"/>
                  </a:lnTo>
                  <a:lnTo>
                    <a:pt x="5820" y="749"/>
                  </a:lnTo>
                  <a:lnTo>
                    <a:pt x="838" y="6319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03" name="Google Shape;303;p38"/>
            <p:cNvSpPr/>
            <p:nvPr/>
          </p:nvSpPr>
          <p:spPr>
            <a:xfrm>
              <a:off x="2824734" y="2869141"/>
              <a:ext cx="221867" cy="240887"/>
            </a:xfrm>
            <a:custGeom>
              <a:avLst/>
              <a:gdLst/>
              <a:ahLst/>
              <a:cxnLst/>
              <a:rect l="l" t="t" r="r" b="b"/>
              <a:pathLst>
                <a:path w="5821" h="6320" extrusionOk="0">
                  <a:moveTo>
                    <a:pt x="1" y="5571"/>
                  </a:moveTo>
                  <a:lnTo>
                    <a:pt x="4984" y="1"/>
                  </a:lnTo>
                  <a:lnTo>
                    <a:pt x="5820" y="750"/>
                  </a:lnTo>
                  <a:lnTo>
                    <a:pt x="838" y="632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F4F68C7B-2281-FEB8-0562-9F1115A2323F}"/>
              </a:ext>
            </a:extLst>
          </p:cNvPr>
          <p:cNvSpPr txBox="1"/>
          <p:nvPr/>
        </p:nvSpPr>
        <p:spPr>
          <a:xfrm>
            <a:off x="5645745" y="3957279"/>
            <a:ext cx="299967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dirty="0">
                <a:solidFill>
                  <a:srgbClr val="333333"/>
                </a:solidFill>
                <a:latin typeface="+mj-lt"/>
              </a:rPr>
              <a:t>Hoàng Thanh Trí – 22110440</a:t>
            </a:r>
            <a:br>
              <a:rPr lang="vi-VN" dirty="0">
                <a:solidFill>
                  <a:srgbClr val="333333"/>
                </a:solidFill>
                <a:latin typeface="+mj-lt"/>
              </a:rPr>
            </a:br>
            <a:r>
              <a:rPr lang="vi-VN" dirty="0">
                <a:solidFill>
                  <a:srgbClr val="333333"/>
                </a:solidFill>
                <a:latin typeface="+mj-lt"/>
              </a:rPr>
              <a:t>Nguyễn Đức Công Anh – 22110281</a:t>
            </a:r>
          </a:p>
          <a:p>
            <a:r>
              <a:rPr lang="vi-VN" dirty="0">
                <a:solidFill>
                  <a:srgbClr val="333333"/>
                </a:solidFill>
                <a:latin typeface="+mj-lt"/>
              </a:rPr>
              <a:t>GVHD: TS.Hoàng Văn Dũng</a:t>
            </a:r>
          </a:p>
        </p:txBody>
      </p:sp>
      <p:pic>
        <p:nvPicPr>
          <p:cNvPr id="1026" name="Picture 2" descr="Khoa Công nghệ Thông tin">
            <a:extLst>
              <a:ext uri="{FF2B5EF4-FFF2-40B4-BE49-F238E27FC236}">
                <a16:creationId xmlns:a16="http://schemas.microsoft.com/office/drawing/2014/main" id="{8B6D9A08-DD9E-ED0A-51A5-C44C41BFB25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77363" y="46918"/>
            <a:ext cx="677286" cy="64266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39" name="Google Shape;339;p40"/>
          <p:cNvGrpSpPr/>
          <p:nvPr/>
        </p:nvGrpSpPr>
        <p:grpSpPr>
          <a:xfrm>
            <a:off x="2278112" y="4283121"/>
            <a:ext cx="274389" cy="287882"/>
            <a:chOff x="2430512" y="3978321"/>
            <a:chExt cx="274389" cy="287882"/>
          </a:xfrm>
        </p:grpSpPr>
        <p:sp>
          <p:nvSpPr>
            <p:cNvPr id="340" name="Google Shape;340;p40"/>
            <p:cNvSpPr/>
            <p:nvPr/>
          </p:nvSpPr>
          <p:spPr>
            <a:xfrm>
              <a:off x="2430512" y="3978321"/>
              <a:ext cx="221829" cy="240887"/>
            </a:xfrm>
            <a:custGeom>
              <a:avLst/>
              <a:gdLst/>
              <a:ahLst/>
              <a:cxnLst/>
              <a:rect l="l" t="t" r="r" b="b"/>
              <a:pathLst>
                <a:path w="5820" h="6320" extrusionOk="0">
                  <a:moveTo>
                    <a:pt x="0" y="5570"/>
                  </a:moveTo>
                  <a:lnTo>
                    <a:pt x="4982" y="0"/>
                  </a:lnTo>
                  <a:lnTo>
                    <a:pt x="5820" y="749"/>
                  </a:lnTo>
                  <a:lnTo>
                    <a:pt x="838" y="6319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1" name="Google Shape;341;p40"/>
            <p:cNvSpPr/>
            <p:nvPr/>
          </p:nvSpPr>
          <p:spPr>
            <a:xfrm>
              <a:off x="2483034" y="4025316"/>
              <a:ext cx="221867" cy="240887"/>
            </a:xfrm>
            <a:custGeom>
              <a:avLst/>
              <a:gdLst/>
              <a:ahLst/>
              <a:cxnLst/>
              <a:rect l="l" t="t" r="r" b="b"/>
              <a:pathLst>
                <a:path w="5821" h="6320" extrusionOk="0">
                  <a:moveTo>
                    <a:pt x="1" y="5571"/>
                  </a:moveTo>
                  <a:lnTo>
                    <a:pt x="4984" y="1"/>
                  </a:lnTo>
                  <a:lnTo>
                    <a:pt x="5820" y="750"/>
                  </a:lnTo>
                  <a:lnTo>
                    <a:pt x="838" y="632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3" name="Google Shape;343;p40"/>
          <p:cNvSpPr/>
          <p:nvPr/>
        </p:nvSpPr>
        <p:spPr>
          <a:xfrm>
            <a:off x="2090388" y="4415235"/>
            <a:ext cx="78441" cy="78441"/>
          </a:xfrm>
          <a:custGeom>
            <a:avLst/>
            <a:gdLst/>
            <a:ahLst/>
            <a:cxnLst/>
            <a:rect l="l" t="t" r="r" b="b"/>
            <a:pathLst>
              <a:path w="2058" h="2058" extrusionOk="0">
                <a:moveTo>
                  <a:pt x="1242" y="118"/>
                </a:moveTo>
                <a:cubicBezTo>
                  <a:pt x="1744" y="236"/>
                  <a:pt x="2057" y="739"/>
                  <a:pt x="1939" y="1242"/>
                </a:cubicBezTo>
                <a:cubicBezTo>
                  <a:pt x="1821" y="1746"/>
                  <a:pt x="1319" y="2058"/>
                  <a:pt x="815" y="1940"/>
                </a:cubicBezTo>
                <a:cubicBezTo>
                  <a:pt x="312" y="1822"/>
                  <a:pt x="0" y="1319"/>
                  <a:pt x="117" y="816"/>
                </a:cubicBezTo>
                <a:cubicBezTo>
                  <a:pt x="235" y="312"/>
                  <a:pt x="739" y="1"/>
                  <a:pt x="1242" y="118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7828911" y="394946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8" name="Google Shape;348;p40"/>
          <p:cNvSpPr/>
          <p:nvPr/>
        </p:nvSpPr>
        <p:spPr>
          <a:xfrm>
            <a:off x="1635671" y="4117840"/>
            <a:ext cx="208877" cy="208877"/>
          </a:xfrm>
          <a:custGeom>
            <a:avLst/>
            <a:gdLst/>
            <a:ahLst/>
            <a:cxnLst/>
            <a:rect l="l" t="t" r="r" b="b"/>
            <a:pathLst>
              <a:path w="5671" h="5671" extrusionOk="0">
                <a:moveTo>
                  <a:pt x="2836" y="0"/>
                </a:moveTo>
                <a:cubicBezTo>
                  <a:pt x="1270" y="0"/>
                  <a:pt x="1" y="1269"/>
                  <a:pt x="1" y="2835"/>
                </a:cubicBezTo>
                <a:cubicBezTo>
                  <a:pt x="1" y="4401"/>
                  <a:pt x="1270" y="5670"/>
                  <a:pt x="2836" y="5670"/>
                </a:cubicBezTo>
                <a:cubicBezTo>
                  <a:pt x="4402" y="5670"/>
                  <a:pt x="5671" y="4401"/>
                  <a:pt x="5671" y="2835"/>
                </a:cubicBezTo>
                <a:cubicBezTo>
                  <a:pt x="5671" y="1269"/>
                  <a:pt x="4402" y="0"/>
                  <a:pt x="2836" y="0"/>
                </a:cubicBezTo>
                <a:close/>
                <a:moveTo>
                  <a:pt x="2836" y="3409"/>
                </a:moveTo>
                <a:cubicBezTo>
                  <a:pt x="2603" y="3409"/>
                  <a:pt x="2395" y="3269"/>
                  <a:pt x="2306" y="3055"/>
                </a:cubicBezTo>
                <a:cubicBezTo>
                  <a:pt x="2217" y="2841"/>
                  <a:pt x="2266" y="2595"/>
                  <a:pt x="2431" y="2430"/>
                </a:cubicBezTo>
                <a:cubicBezTo>
                  <a:pt x="2594" y="2267"/>
                  <a:pt x="2840" y="2217"/>
                  <a:pt x="3055" y="2306"/>
                </a:cubicBezTo>
                <a:cubicBezTo>
                  <a:pt x="3269" y="2395"/>
                  <a:pt x="3409" y="2604"/>
                  <a:pt x="3409" y="2835"/>
                </a:cubicBezTo>
                <a:cubicBezTo>
                  <a:pt x="3409" y="3152"/>
                  <a:pt x="3152" y="3408"/>
                  <a:pt x="2836" y="3408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241131" y="124734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99001"/>
            <a:ext cx="919734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GIỚI THIỆU ĐỀ TÀI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DEC2D6B-B318-8DDB-A04D-A6F140720E40}"/>
              </a:ext>
            </a:extLst>
          </p:cNvPr>
          <p:cNvSpPr txBox="1"/>
          <p:nvPr/>
        </p:nvSpPr>
        <p:spPr>
          <a:xfrm>
            <a:off x="1352162" y="716007"/>
            <a:ext cx="6743700" cy="1581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✨ Lý do chọn đề tài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Nhu cầu mua sắm đồ công nghệ tăng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Muốn xây dựng website bán hàng chuyên nghiệp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Áp dụng kiến thức đã học vào thực tế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B0DD5D6-3A72-E564-586F-175575FD2418}"/>
              </a:ext>
            </a:extLst>
          </p:cNvPr>
          <p:cNvSpPr txBox="1"/>
          <p:nvPr/>
        </p:nvSpPr>
        <p:spPr>
          <a:xfrm>
            <a:off x="1352162" y="2271150"/>
            <a:ext cx="6743700" cy="1581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🎯 Mục tiêu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Xây dựng web bán đồ công nghệ hiện đại.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Quản lý sản phẩm – đơn hàng – khách hàng hiệu quả.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Tối ưu giao diện, dễ dùng, dễ mở rộng.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7828911" y="394946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241131" y="124734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-53340" y="297763"/>
            <a:ext cx="919734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PHẠM VI VÀ ĐỐI TƯỢNG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77ED122-DBC0-60CC-414A-162D8CBEA97A}"/>
              </a:ext>
            </a:extLst>
          </p:cNvPr>
          <p:cNvSpPr txBox="1"/>
          <p:nvPr/>
        </p:nvSpPr>
        <p:spPr>
          <a:xfrm>
            <a:off x="763905" y="597067"/>
            <a:ext cx="7616190" cy="190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👥 Đối tượng người dùng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Khách hàng: Đăng ký, đăng nhập, đăng xuất, quên mật khẩu, mua hàng, thanh toán, danh sách yêu thích, giỏ hàng, thông tin cá nhân và xem chi tiêu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Quản trị viên (Admin): quản lý sản phẩm, đơn hàng, khách hàng, danh mục, banner quảng cáo, đánh giá, thông báo và doanh thu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798AAB-158D-72B8-F6A9-23EE55A8DD09}"/>
              </a:ext>
            </a:extLst>
          </p:cNvPr>
          <p:cNvSpPr txBox="1"/>
          <p:nvPr/>
        </p:nvSpPr>
        <p:spPr>
          <a:xfrm>
            <a:off x="773430" y="2581162"/>
            <a:ext cx="7616190" cy="1581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📌 Phạm vi thực hiện của đồ án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Frontend: giao diện web bán hàng, trang chi tiết sản phẩm, giỏ hàng, trang tài khoản.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Backend: xây dựng API quản lý sản phẩm, đơn hàng, danh mục, user.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Database: thiết kế mô hình CSDL, các bảng sản phẩm – đơn hàng – người dùng.</a:t>
            </a:r>
          </a:p>
        </p:txBody>
      </p:sp>
    </p:spTree>
    <p:extLst>
      <p:ext uri="{BB962C8B-B14F-4D97-AF65-F5344CB8AC3E}">
        <p14:creationId xmlns:p14="http://schemas.microsoft.com/office/powerpoint/2010/main" val="299902665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241131" y="124734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258755"/>
            <a:ext cx="919734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KIẾN TRÚC HỆ THỐNG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0376F5C-DC63-E974-F24A-AFBC346C7D64}"/>
              </a:ext>
            </a:extLst>
          </p:cNvPr>
          <p:cNvSpPr txBox="1"/>
          <p:nvPr/>
        </p:nvSpPr>
        <p:spPr>
          <a:xfrm>
            <a:off x="597068" y="689763"/>
            <a:ext cx="3472012" cy="12527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en-US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2 </a:t>
            </a:r>
            <a:r>
              <a:rPr lang="en-US" sz="18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thành</a:t>
            </a:r>
            <a:r>
              <a:rPr lang="en-US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phần</a:t>
            </a:r>
            <a:r>
              <a:rPr lang="en-US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</a:t>
            </a:r>
            <a:r>
              <a:rPr lang="en-US" sz="1800" dirty="0" err="1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chính</a:t>
            </a:r>
            <a:endParaRPr lang="en-US" sz="1800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Backend (Server) – Spring Boot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Frontend (Client) – ReactJS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0D194F-DCB3-BE25-1B07-C07ABB517EF5}"/>
              </a:ext>
            </a:extLst>
          </p:cNvPr>
          <p:cNvSpPr txBox="1"/>
          <p:nvPr/>
        </p:nvSpPr>
        <p:spPr>
          <a:xfrm>
            <a:off x="514083" y="2231195"/>
            <a:ext cx="3364497" cy="190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Mô hình Client – Server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Client gửi request → Server xử lý → trả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Server truy vấn DB → gửi phản hồi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Client hiển thị dữ liệu lên UI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35F0BD-3B8F-6E15-42D3-7728FE10C2C2}"/>
              </a:ext>
            </a:extLst>
          </p:cNvPr>
          <p:cNvSpPr txBox="1"/>
          <p:nvPr/>
        </p:nvSpPr>
        <p:spPr>
          <a:xfrm>
            <a:off x="4124325" y="867256"/>
            <a:ext cx="5156835" cy="33547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Frontend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ReactJS – UI động, component-based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HTML – cấu trúc giao diện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Tailwind CSS – tạo giao diện nhanh bằng utility classes</a:t>
            </a:r>
          </a:p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Backend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Spring Boot – xây dựng REST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Spring Security – xác thực &amp; phân quyền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JWT (HS512) – bảo mật API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Spring Data JPA – thao tác DB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Spring Validation – kiểm tra dữ liệu đầu vào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Java Mail Sender – gửi email tự động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Thanh toán VNPay – API thanh toán điện tử Sandbox</a:t>
            </a:r>
          </a:p>
        </p:txBody>
      </p:sp>
    </p:spTree>
    <p:extLst>
      <p:ext uri="{BB962C8B-B14F-4D97-AF65-F5344CB8AC3E}">
        <p14:creationId xmlns:p14="http://schemas.microsoft.com/office/powerpoint/2010/main" val="42991900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1623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LƯỢC ĐỒ USECASE</a:t>
            </a:r>
          </a:p>
        </p:txBody>
      </p:sp>
      <p:pic>
        <p:nvPicPr>
          <p:cNvPr id="5" name="image30.png">
            <a:extLst>
              <a:ext uri="{FF2B5EF4-FFF2-40B4-BE49-F238E27FC236}">
                <a16:creationId xmlns:a16="http://schemas.microsoft.com/office/drawing/2014/main" id="{543D7B3C-B9EA-63D5-1ABD-B0E75E58360B}"/>
              </a:ext>
            </a:extLst>
          </p:cNvPr>
          <p:cNvPicPr/>
          <p:nvPr/>
        </p:nvPicPr>
        <p:blipFill>
          <a:blip r:embed="rId3"/>
          <a:srcRect/>
          <a:stretch>
            <a:fillRect/>
          </a:stretch>
        </p:blipFill>
        <p:spPr>
          <a:xfrm>
            <a:off x="3162300" y="0"/>
            <a:ext cx="4678679" cy="5143500"/>
          </a:xfrm>
          <a:prstGeom prst="rect">
            <a:avLst/>
          </a:prstGeom>
          <a:ln/>
        </p:spPr>
      </p:pic>
    </p:spTree>
    <p:extLst>
      <p:ext uri="{BB962C8B-B14F-4D97-AF65-F5344CB8AC3E}">
        <p14:creationId xmlns:p14="http://schemas.microsoft.com/office/powerpoint/2010/main" val="33359088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241131" y="124734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258755"/>
            <a:ext cx="919734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ĐẶC TẢ USECASE</a:t>
            </a: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B6EDA431-F489-AF3C-7CB9-BD68B56613C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25052" y="789677"/>
            <a:ext cx="3096000" cy="4169718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41612695-DB6C-36CE-6787-ADFFB09796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212" y="760180"/>
            <a:ext cx="3096000" cy="41697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30843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1623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CLASS DIAGRAM</a:t>
            </a:r>
          </a:p>
        </p:txBody>
      </p:sp>
      <p:pic>
        <p:nvPicPr>
          <p:cNvPr id="3" name="Picture 2" descr="A diagram of a computer&#10;&#10;AI-generated content may be incorrect.">
            <a:extLst>
              <a:ext uri="{FF2B5EF4-FFF2-40B4-BE49-F238E27FC236}">
                <a16:creationId xmlns:a16="http://schemas.microsoft.com/office/drawing/2014/main" id="{B486CBF0-D1DF-08CE-2EB3-5886B47A7E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27620" y="0"/>
            <a:ext cx="4154999" cy="51435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325391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E4BDF2DB-4B0B-D92C-184A-C234D7B84E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640" y="805373"/>
            <a:ext cx="7284720" cy="380726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D69AB31F-1015-65F4-CC05-31DFB5B83677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chi tiết sản phẩm</a:t>
            </a:r>
          </a:p>
        </p:txBody>
      </p:sp>
    </p:spTree>
    <p:extLst>
      <p:ext uri="{BB962C8B-B14F-4D97-AF65-F5344CB8AC3E}">
        <p14:creationId xmlns:p14="http://schemas.microsoft.com/office/powerpoint/2010/main" val="272801575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15F9564-E156-B0F4-AB73-C3BA87140D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971" y="805372"/>
            <a:ext cx="7283200" cy="3771524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CC0C5A3-0F25-10BA-DCA7-B77795ED6658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giỏ hàng</a:t>
            </a:r>
          </a:p>
        </p:txBody>
      </p:sp>
    </p:spTree>
    <p:extLst>
      <p:ext uri="{BB962C8B-B14F-4D97-AF65-F5344CB8AC3E}">
        <p14:creationId xmlns:p14="http://schemas.microsoft.com/office/powerpoint/2010/main" val="3433108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EBC1B81-FC7F-301F-0DCC-9D9EDCD9C78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496" y="698391"/>
            <a:ext cx="7283200" cy="3883769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9666C88-85B5-EF7E-E368-185B900C9715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Checkout</a:t>
            </a:r>
          </a:p>
        </p:txBody>
      </p:sp>
    </p:spTree>
    <p:extLst>
      <p:ext uri="{BB962C8B-B14F-4D97-AF65-F5344CB8AC3E}">
        <p14:creationId xmlns:p14="http://schemas.microsoft.com/office/powerpoint/2010/main" val="219967704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E891EF4-3AF3-06AF-7A29-5B1D431A99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8496" y="683174"/>
            <a:ext cx="7283200" cy="393962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56AABB41-044C-4F96-CBC5-80403FA96B22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VNPAY</a:t>
            </a:r>
          </a:p>
        </p:txBody>
      </p:sp>
    </p:spTree>
    <p:extLst>
      <p:ext uri="{BB962C8B-B14F-4D97-AF65-F5344CB8AC3E}">
        <p14:creationId xmlns:p14="http://schemas.microsoft.com/office/powerpoint/2010/main" val="188011893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653992D-56A0-A461-E72A-EE0195E5C7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638" y="730679"/>
            <a:ext cx="7283200" cy="3891057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AFB1069-F74C-C1BC-E9B7-84702AFA7908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VNPAY</a:t>
            </a:r>
          </a:p>
        </p:txBody>
      </p:sp>
    </p:spTree>
    <p:extLst>
      <p:ext uri="{BB962C8B-B14F-4D97-AF65-F5344CB8AC3E}">
        <p14:creationId xmlns:p14="http://schemas.microsoft.com/office/powerpoint/2010/main" val="41496060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A560C8C9-9C38-1388-5741-A26AE7FE311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971" y="698391"/>
            <a:ext cx="7283200" cy="3748746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A5B86E91-2434-D43B-6CF0-32AC43E37FE7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VNPAY</a:t>
            </a:r>
          </a:p>
        </p:txBody>
      </p:sp>
    </p:spTree>
    <p:extLst>
      <p:ext uri="{BB962C8B-B14F-4D97-AF65-F5344CB8AC3E}">
        <p14:creationId xmlns:p14="http://schemas.microsoft.com/office/powerpoint/2010/main" val="24344450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0E23D77-CC95-0AB6-9FB5-FF855AFD6C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01967" y="776375"/>
            <a:ext cx="7283200" cy="367076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6198E0CA-2998-F3B2-BF9E-FF9BF78D700F}"/>
              </a:ext>
            </a:extLst>
          </p:cNvPr>
          <p:cNvSpPr txBox="1"/>
          <p:nvPr/>
        </p:nvSpPr>
        <p:spPr>
          <a:xfrm>
            <a:off x="0" y="4541826"/>
            <a:ext cx="914400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VNPAY</a:t>
            </a:r>
          </a:p>
        </p:txBody>
      </p:sp>
    </p:spTree>
    <p:extLst>
      <p:ext uri="{BB962C8B-B14F-4D97-AF65-F5344CB8AC3E}">
        <p14:creationId xmlns:p14="http://schemas.microsoft.com/office/powerpoint/2010/main" val="13524460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332232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DEMO CHỨC NĂNG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D6CF172-6633-FD61-8C39-F41591D7F02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4855" y="1030327"/>
            <a:ext cx="5059680" cy="1558011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BC8CC0A9-49F2-2838-78E8-E1D874703CC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06655" y="59689"/>
            <a:ext cx="2747245" cy="460444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F800B05D-5A1B-421C-92BD-EBF6B2DEB99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389008" y="3284997"/>
            <a:ext cx="3391373" cy="971686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BF1834AD-7405-AFB6-EF24-E92366321CD9}"/>
              </a:ext>
            </a:extLst>
          </p:cNvPr>
          <p:cNvSpPr txBox="1"/>
          <p:nvPr/>
        </p:nvSpPr>
        <p:spPr>
          <a:xfrm>
            <a:off x="5876317" y="4614295"/>
            <a:ext cx="305816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chi tiết đơn hàng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938DDA5-B3C1-0846-42E3-D7D35E205B0D}"/>
              </a:ext>
            </a:extLst>
          </p:cNvPr>
          <p:cNvSpPr txBox="1"/>
          <p:nvPr/>
        </p:nvSpPr>
        <p:spPr>
          <a:xfrm>
            <a:off x="1826706" y="4214094"/>
            <a:ext cx="262128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thông báo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436EBBD-E5FA-7858-9FC8-B24F67747530}"/>
              </a:ext>
            </a:extLst>
          </p:cNvPr>
          <p:cNvSpPr txBox="1"/>
          <p:nvPr/>
        </p:nvSpPr>
        <p:spPr>
          <a:xfrm>
            <a:off x="1733505" y="2508961"/>
            <a:ext cx="2621280" cy="46185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lnSpc>
                <a:spcPct val="200000"/>
              </a:lnSpc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lịch sử</a:t>
            </a:r>
          </a:p>
        </p:txBody>
      </p:sp>
    </p:spTree>
    <p:extLst>
      <p:ext uri="{BB962C8B-B14F-4D97-AF65-F5344CB8AC3E}">
        <p14:creationId xmlns:p14="http://schemas.microsoft.com/office/powerpoint/2010/main" val="622538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91440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KIỂM THỬ PHẦN MỀM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7C6908D-55D4-18A9-AB25-0424E1D62205}"/>
              </a:ext>
            </a:extLst>
          </p:cNvPr>
          <p:cNvSpPr txBox="1"/>
          <p:nvPr/>
        </p:nvSpPr>
        <p:spPr>
          <a:xfrm>
            <a:off x="555609" y="723071"/>
            <a:ext cx="3892025" cy="176606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🛠️ Công cụ sử dụng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Postman – gửi request &amp; kiểm tra response API.</a:t>
            </a:r>
          </a:p>
          <a:p>
            <a:pPr>
              <a:lnSpc>
                <a:spcPct val="150000"/>
              </a:lnSpc>
              <a:buFont typeface="Arial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Kiểm thử các phương thức: GET – POST – PUT – DELETE.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6815A34-EC4D-B239-7827-073CBAF9FFCB}"/>
              </a:ext>
            </a:extLst>
          </p:cNvPr>
          <p:cNvSpPr txBox="1"/>
          <p:nvPr/>
        </p:nvSpPr>
        <p:spPr>
          <a:xfrm>
            <a:off x="4572000" y="723071"/>
            <a:ext cx="4480560" cy="152541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🎯 Mục tiêu kiểm thử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Đảm bảo API hoạt động đúng yêu cầu.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Kiểm tra luồng xử lý dữ liệu Backend.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Xác nhận tính ổn định, tính chính xác của phản hồi</a:t>
            </a: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.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B34C47E4-B90F-E1DA-26E3-A04924933723}"/>
              </a:ext>
            </a:extLst>
          </p:cNvPr>
          <p:cNvSpPr txBox="1"/>
          <p:nvPr/>
        </p:nvSpPr>
        <p:spPr>
          <a:xfrm>
            <a:off x="555609" y="2511253"/>
            <a:ext cx="6746240" cy="21717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🧪 Một số tiêu chí kiểm thử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Trả mã HTTP code đúng (200, 201, 400, 401, 404…)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Thời gian phản hồi nhanh, không lỗi timeout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Dữ liệu trả về đúng định dạng JSON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Kiểm thử request sai để kiểm tra validation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Kiểm tra các API yêu cầu JWT Token</a:t>
            </a:r>
          </a:p>
        </p:txBody>
      </p:sp>
    </p:spTree>
    <p:extLst>
      <p:ext uri="{BB962C8B-B14F-4D97-AF65-F5344CB8AC3E}">
        <p14:creationId xmlns:p14="http://schemas.microsoft.com/office/powerpoint/2010/main" val="161594943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91440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KẾT QUẢ ĐẠT ĐƯỢC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E1FB4F-3218-634A-9DF3-24BD9358225D}"/>
              </a:ext>
            </a:extLst>
          </p:cNvPr>
          <p:cNvSpPr txBox="1"/>
          <p:nvPr/>
        </p:nvSpPr>
        <p:spPr>
          <a:xfrm>
            <a:off x="1280160" y="570274"/>
            <a:ext cx="6746240" cy="11197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🎯 Hệ thống hoạt động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Website bán đồ công nghệ vận hành ổn định.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thân thiện, dễ sử dụng.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8A37AEF-1E4E-F88B-BF5F-32C085EA18A6}"/>
              </a:ext>
            </a:extLst>
          </p:cNvPr>
          <p:cNvSpPr txBox="1"/>
          <p:nvPr/>
        </p:nvSpPr>
        <p:spPr>
          <a:xfrm>
            <a:off x="1280160" y="1623862"/>
            <a:ext cx="6746240" cy="1442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📈 Hiệu quả đạt được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Luồng dữ liệu giữa Frontend – Backend – DB mượt mà.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Tốc độ phản hồi API nhanh, giao diện ReactJS tối ưu.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Dễ bảo trì, mở rộng tính năng trong tương lai.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31C2CA9-88BC-5351-7BDA-16FF6D4AB693}"/>
              </a:ext>
            </a:extLst>
          </p:cNvPr>
          <p:cNvSpPr txBox="1"/>
          <p:nvPr/>
        </p:nvSpPr>
        <p:spPr>
          <a:xfrm>
            <a:off x="1280160" y="2962833"/>
            <a:ext cx="6746240" cy="20892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50000"/>
              </a:lnSpc>
            </a:pPr>
            <a:r>
              <a:rPr lang="vi-VN" sz="18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🛠️ Chức năng hoàn thiện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Đăng ký / đăng nhập, phân quyền User/Admin.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Quản lý danh mục, sản phẩm, giỏ hàng.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Tạo đơn hàng, theo dõi và xử lý đơn.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Thanh toán thử nghiệm qua VNPay.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Các chức năng quản lý của admin.</a:t>
            </a:r>
          </a:p>
        </p:txBody>
      </p:sp>
    </p:spTree>
    <p:extLst>
      <p:ext uri="{BB962C8B-B14F-4D97-AF65-F5344CB8AC3E}">
        <p14:creationId xmlns:p14="http://schemas.microsoft.com/office/powerpoint/2010/main" val="302501158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4" name="Google Shape;264;p38">
            <a:extLst>
              <a:ext uri="{FF2B5EF4-FFF2-40B4-BE49-F238E27FC236}">
                <a16:creationId xmlns:a16="http://schemas.microsoft.com/office/drawing/2014/main" id="{F9B7A6EE-706E-923B-3E4A-643439CFB1F7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91440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NGHIỆP VỤ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ADE1FB4F-3218-634A-9DF3-24BD9358225D}"/>
              </a:ext>
            </a:extLst>
          </p:cNvPr>
          <p:cNvSpPr txBox="1"/>
          <p:nvPr/>
        </p:nvSpPr>
        <p:spPr>
          <a:xfrm>
            <a:off x="1334212" y="970895"/>
            <a:ext cx="7254240" cy="297690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16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Khi Admin ẩn sản phẩm, nếu sản phẩm tồn tại trong giỏ hàng sẽ bị xóa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16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Nếu số lượng sản phẩm trong giỏ hàng lớn hơn tồn kho sẽ báo lỗi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16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Nếu tồn kho bằng 0 thì sản phẩm sẽ tự động ẩn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16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Khi người dùng mua hàng, số lượng đã bán sẽ tăng và số lượng tồn kho sẽ giảm</a:t>
            </a:r>
          </a:p>
          <a:p>
            <a:pPr>
              <a:lnSpc>
                <a:spcPct val="200000"/>
              </a:lnSpc>
              <a:buFont typeface="Arial" panose="020B0604020202020204" pitchFamily="34" charset="0"/>
              <a:buChar char="•"/>
            </a:pPr>
            <a:r>
              <a:rPr lang="vi-VN" sz="16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Nếu đơn hàng bị hủy, tồn kho của sản phẩm sẽ tăng lên tương ứng</a:t>
            </a:r>
          </a:p>
        </p:txBody>
      </p:sp>
    </p:spTree>
    <p:extLst>
      <p:ext uri="{BB962C8B-B14F-4D97-AF65-F5344CB8AC3E}">
        <p14:creationId xmlns:p14="http://schemas.microsoft.com/office/powerpoint/2010/main" val="11549631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E1FB4F-3218-634A-9DF3-24BD9358225D}"/>
              </a:ext>
            </a:extLst>
          </p:cNvPr>
          <p:cNvSpPr txBox="1"/>
          <p:nvPr/>
        </p:nvSpPr>
        <p:spPr>
          <a:xfrm>
            <a:off x="1422400" y="805372"/>
            <a:ext cx="6746240" cy="190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🎯 Chức năng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Vẫn chưa thể áp dụng các công nghệ như chatbot vào website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Vẫn chưa có nhiều phương thức thanh toán như Zalopay và Momo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Chưa triển khai gợi ý sản phẩm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vi-VN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Google Shape;264;p38">
            <a:extLst>
              <a:ext uri="{FF2B5EF4-FFF2-40B4-BE49-F238E27FC236}">
                <a16:creationId xmlns:a16="http://schemas.microsoft.com/office/drawing/2014/main" id="{3583188C-D888-A373-2FF1-6F76C7983415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91440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HẠN CHẾ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9BB6AD-0FF9-D38D-4AE0-A84309D350AA}"/>
              </a:ext>
            </a:extLst>
          </p:cNvPr>
          <p:cNvSpPr txBox="1"/>
          <p:nvPr/>
        </p:nvSpPr>
        <p:spPr>
          <a:xfrm>
            <a:off x="1422396" y="2737364"/>
            <a:ext cx="6746240" cy="15813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📌</a:t>
            </a:r>
            <a:r>
              <a:rPr lang="vi-VN" sz="18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 Nghiệp vụ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Chưa có role nhân viên để giúp admin quản lý website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Chưa có hệ thống quản lý biến thể của sản phẩm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vi-VN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601485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" name="TextBox 2">
            <a:extLst>
              <a:ext uri="{FF2B5EF4-FFF2-40B4-BE49-F238E27FC236}">
                <a16:creationId xmlns:a16="http://schemas.microsoft.com/office/drawing/2014/main" id="{ADE1FB4F-3218-634A-9DF3-24BD9358225D}"/>
              </a:ext>
            </a:extLst>
          </p:cNvPr>
          <p:cNvSpPr txBox="1"/>
          <p:nvPr/>
        </p:nvSpPr>
        <p:spPr>
          <a:xfrm>
            <a:off x="975360" y="1405247"/>
            <a:ext cx="8422640" cy="253550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vi-VN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Hoàn thiện quản lý biến thể sản phẩm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vi-VN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Áp dụng các công nghệ như chatbot vào website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vi-VN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Thêm các phương thức thanh toán online để tăng sự trải nghiệm của khách hàng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vi-VN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Xây dựng gợi ý sản phẩm dựa trên hành vi khách hàng</a:t>
            </a:r>
          </a:p>
          <a:p>
            <a:pPr marL="342900" indent="-342900">
              <a:lnSpc>
                <a:spcPct val="200000"/>
              </a:lnSpc>
              <a:buFont typeface="+mj-lt"/>
              <a:buAutoNum type="arabicPeriod"/>
            </a:pPr>
            <a:r>
              <a:rPr lang="vi-VN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Phát triển giao diện tích hợp cho điện thoại</a:t>
            </a:r>
            <a:endParaRPr lang="vi-VN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endParaRPr lang="vi-VN" dirty="0">
              <a:solidFill>
                <a:schemeClr val="tx2"/>
              </a:solidFill>
              <a:latin typeface="Open Sans" panose="020B0606030504020204" pitchFamily="34" charset="0"/>
              <a:ea typeface="Open Sans" panose="020B0606030504020204" pitchFamily="34" charset="0"/>
              <a:cs typeface="Open Sans" panose="020B0606030504020204" pitchFamily="34" charset="0"/>
            </a:endParaRPr>
          </a:p>
        </p:txBody>
      </p:sp>
      <p:sp>
        <p:nvSpPr>
          <p:cNvPr id="5" name="Google Shape;264;p38">
            <a:extLst>
              <a:ext uri="{FF2B5EF4-FFF2-40B4-BE49-F238E27FC236}">
                <a16:creationId xmlns:a16="http://schemas.microsoft.com/office/drawing/2014/main" id="{3583188C-D888-A373-2FF1-6F76C7983415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91440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HƯỚNG PHÁT TRIỂN</a:t>
            </a:r>
          </a:p>
        </p:txBody>
      </p:sp>
    </p:spTree>
    <p:extLst>
      <p:ext uri="{BB962C8B-B14F-4D97-AF65-F5344CB8AC3E}">
        <p14:creationId xmlns:p14="http://schemas.microsoft.com/office/powerpoint/2010/main" val="75808333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40"/>
          <p:cNvSpPr/>
          <p:nvPr/>
        </p:nvSpPr>
        <p:spPr>
          <a:xfrm>
            <a:off x="6178268" y="696363"/>
            <a:ext cx="218018" cy="218018"/>
          </a:xfrm>
          <a:custGeom>
            <a:avLst/>
            <a:gdLst/>
            <a:ahLst/>
            <a:cxnLst/>
            <a:rect l="l" t="t" r="r" b="b"/>
            <a:pathLst>
              <a:path w="5720" h="5720" extrusionOk="0">
                <a:moveTo>
                  <a:pt x="5720" y="2860"/>
                </a:moveTo>
                <a:cubicBezTo>
                  <a:pt x="5720" y="4440"/>
                  <a:pt x="4439" y="5719"/>
                  <a:pt x="2860" y="5719"/>
                </a:cubicBezTo>
                <a:cubicBezTo>
                  <a:pt x="1281" y="5719"/>
                  <a:pt x="0" y="4440"/>
                  <a:pt x="0" y="2860"/>
                </a:cubicBezTo>
                <a:cubicBezTo>
                  <a:pt x="0" y="1281"/>
                  <a:pt x="1281" y="1"/>
                  <a:pt x="2860" y="1"/>
                </a:cubicBezTo>
                <a:cubicBezTo>
                  <a:pt x="4439" y="1"/>
                  <a:pt x="5720" y="1281"/>
                  <a:pt x="5720" y="2860"/>
                </a:cubicBezTo>
                <a:close/>
              </a:path>
            </a:pathLst>
          </a:custGeom>
          <a:gradFill>
            <a:gsLst>
              <a:gs pos="0">
                <a:schemeClr val="accent3"/>
              </a:gs>
              <a:gs pos="100000">
                <a:schemeClr val="accent4"/>
              </a:gs>
            </a:gsLst>
            <a:lin ang="5400012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44" name="Google Shape;344;p40"/>
          <p:cNvGrpSpPr/>
          <p:nvPr/>
        </p:nvGrpSpPr>
        <p:grpSpPr>
          <a:xfrm>
            <a:off x="8385171" y="4414288"/>
            <a:ext cx="470512" cy="545615"/>
            <a:chOff x="6030486" y="487493"/>
            <a:chExt cx="470512" cy="545615"/>
          </a:xfrm>
        </p:grpSpPr>
        <p:sp>
          <p:nvSpPr>
            <p:cNvPr id="345" name="Google Shape;345;p40"/>
            <p:cNvSpPr/>
            <p:nvPr/>
          </p:nvSpPr>
          <p:spPr>
            <a:xfrm>
              <a:off x="6297437" y="4874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6" name="Google Shape;346;p40"/>
            <p:cNvSpPr/>
            <p:nvPr/>
          </p:nvSpPr>
          <p:spPr>
            <a:xfrm>
              <a:off x="6030486" y="4874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47" name="Google Shape;347;p40"/>
            <p:cNvSpPr/>
            <p:nvPr/>
          </p:nvSpPr>
          <p:spPr>
            <a:xfrm>
              <a:off x="6030486" y="8596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349" name="Google Shape;349;p40"/>
          <p:cNvSpPr/>
          <p:nvPr/>
        </p:nvSpPr>
        <p:spPr>
          <a:xfrm>
            <a:off x="6396269" y="908704"/>
            <a:ext cx="124383" cy="124383"/>
          </a:xfrm>
          <a:custGeom>
            <a:avLst/>
            <a:gdLst/>
            <a:ahLst/>
            <a:cxnLst/>
            <a:rect l="l" t="t" r="r" b="b"/>
            <a:pathLst>
              <a:path w="3377" h="3377" extrusionOk="0">
                <a:moveTo>
                  <a:pt x="1753" y="1"/>
                </a:moveTo>
                <a:cubicBezTo>
                  <a:pt x="1096" y="1"/>
                  <a:pt x="504" y="397"/>
                  <a:pt x="253" y="1004"/>
                </a:cubicBezTo>
                <a:cubicBezTo>
                  <a:pt x="1" y="1611"/>
                  <a:pt x="140" y="2309"/>
                  <a:pt x="605" y="2774"/>
                </a:cubicBezTo>
                <a:cubicBezTo>
                  <a:pt x="1069" y="3238"/>
                  <a:pt x="1767" y="3377"/>
                  <a:pt x="2375" y="3126"/>
                </a:cubicBezTo>
                <a:cubicBezTo>
                  <a:pt x="2981" y="2874"/>
                  <a:pt x="3377" y="2281"/>
                  <a:pt x="3377" y="1626"/>
                </a:cubicBezTo>
                <a:cubicBezTo>
                  <a:pt x="3377" y="728"/>
                  <a:pt x="2650" y="1"/>
                  <a:pt x="1753" y="1"/>
                </a:cubicBezTo>
                <a:close/>
                <a:moveTo>
                  <a:pt x="1753" y="1953"/>
                </a:moveTo>
                <a:cubicBezTo>
                  <a:pt x="1460" y="1953"/>
                  <a:pt x="1314" y="1600"/>
                  <a:pt x="1521" y="1393"/>
                </a:cubicBezTo>
                <a:cubicBezTo>
                  <a:pt x="1728" y="1186"/>
                  <a:pt x="2081" y="1332"/>
                  <a:pt x="2081" y="1626"/>
                </a:cubicBezTo>
                <a:cubicBezTo>
                  <a:pt x="2081" y="1806"/>
                  <a:pt x="1934" y="1953"/>
                  <a:pt x="1753" y="1953"/>
                </a:cubicBezTo>
                <a:close/>
              </a:path>
            </a:pathLst>
          </a:custGeom>
          <a:gradFill>
            <a:gsLst>
              <a:gs pos="0">
                <a:schemeClr val="accent5"/>
              </a:gs>
              <a:gs pos="100000">
                <a:schemeClr val="accent6"/>
              </a:gs>
            </a:gsLst>
            <a:lin ang="0" scaled="0"/>
          </a:gra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350" name="Google Shape;350;p40"/>
          <p:cNvGrpSpPr/>
          <p:nvPr/>
        </p:nvGrpSpPr>
        <p:grpSpPr>
          <a:xfrm>
            <a:off x="8791734" y="94955"/>
            <a:ext cx="355937" cy="425611"/>
            <a:chOff x="4040314" y="1769061"/>
            <a:chExt cx="315323" cy="376981"/>
          </a:xfrm>
        </p:grpSpPr>
        <p:sp>
          <p:nvSpPr>
            <p:cNvPr id="351" name="Google Shape;351;p40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2" name="Google Shape;352;p40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353" name="Google Shape;353;p40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sp>
        <p:nvSpPr>
          <p:cNvPr id="5" name="Google Shape;264;p38">
            <a:extLst>
              <a:ext uri="{FF2B5EF4-FFF2-40B4-BE49-F238E27FC236}">
                <a16:creationId xmlns:a16="http://schemas.microsoft.com/office/drawing/2014/main" id="{3583188C-D888-A373-2FF1-6F76C7983415}"/>
              </a:ext>
            </a:extLst>
          </p:cNvPr>
          <p:cNvSpPr txBox="1">
            <a:spLocks/>
          </p:cNvSpPr>
          <p:nvPr/>
        </p:nvSpPr>
        <p:spPr>
          <a:xfrm>
            <a:off x="0" y="159551"/>
            <a:ext cx="9144000" cy="52362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Days One"/>
              <a:buNone/>
              <a:defRPr sz="12000" b="0" i="0" u="none" strike="noStrike" cap="none">
                <a:solidFill>
                  <a:schemeClr val="lt2"/>
                </a:solidFill>
                <a:latin typeface="Days One"/>
                <a:ea typeface="Days One"/>
                <a:cs typeface="Days One"/>
                <a:sym typeface="Days One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3500"/>
              <a:buFont typeface="Bebas Neue"/>
              <a:buNone/>
              <a:defRPr sz="3500" b="0" i="0" u="none" strike="noStrike" cap="none">
                <a:solidFill>
                  <a:schemeClr val="lt2"/>
                </a:solidFill>
                <a:latin typeface="Bebas Neue"/>
                <a:ea typeface="Bebas Neue"/>
                <a:cs typeface="Bebas Neue"/>
                <a:sym typeface="Bebas Neue"/>
              </a:defRPr>
            </a:lvl9pPr>
          </a:lstStyle>
          <a:p>
            <a:r>
              <a:rPr lang="vi-VN" sz="3000" dirty="0">
                <a:solidFill>
                  <a:srgbClr val="FFF2B3"/>
                </a:solidFill>
                <a:latin typeface="Bebas Neue Pro"/>
                <a:ea typeface="Open Sans" panose="020B0606030504020204" pitchFamily="34" charset="0"/>
                <a:cs typeface="Open Sans" panose="020B0606030504020204" pitchFamily="34" charset="0"/>
              </a:rPr>
              <a:t>KẾT LUẬN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8FF735F-14C0-11A3-0A6F-8AC1891A1F72}"/>
              </a:ext>
            </a:extLst>
          </p:cNvPr>
          <p:cNvSpPr txBox="1"/>
          <p:nvPr/>
        </p:nvSpPr>
        <p:spPr>
          <a:xfrm>
            <a:off x="1056640" y="838113"/>
            <a:ext cx="6746240" cy="190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b="1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🎯 Kết quả đạt được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Xây dựng website bán đồ công nghệ hoạt động ổn định.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Giao diện thân thiện, dễ sử dụng, tương thích desktop &amp; mobile.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API hoạt động ổn định, kiểm thử bằng Postman thành công.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Quản lý sản phẩm, đơn hàng, giỏ hàng, người dùng đầy đủ.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A63DC06-C939-AEFE-C5F4-A38B02013260}"/>
              </a:ext>
            </a:extLst>
          </p:cNvPr>
          <p:cNvSpPr txBox="1"/>
          <p:nvPr/>
        </p:nvSpPr>
        <p:spPr>
          <a:xfrm>
            <a:off x="1056640" y="2897612"/>
            <a:ext cx="6746240" cy="12582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200000"/>
              </a:lnSpc>
            </a:pPr>
            <a:r>
              <a:rPr lang="vi-VN" sz="1800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💡 Nhận xét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Hệ thống đạt mục tiêu ban đầu: xây dựng web thương mại điện tử cơ bản.</a:t>
            </a:r>
          </a:p>
          <a:p>
            <a:pPr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vi-VN" dirty="0">
                <a:solidFill>
                  <a:schemeClr val="tx2"/>
                </a:solidFill>
                <a:latin typeface="Open Sans" panose="020B0606030504020204" pitchFamily="34" charset="0"/>
                <a:ea typeface="Open Sans" panose="020B0606030504020204" pitchFamily="34" charset="0"/>
                <a:cs typeface="Open Sans" panose="020B0606030504020204" pitchFamily="34" charset="0"/>
              </a:rPr>
              <a:t>Có tiềm năng mở rộng các tính năng nâng cao trong tương lai.</a:t>
            </a:r>
          </a:p>
        </p:txBody>
      </p:sp>
    </p:spTree>
    <p:extLst>
      <p:ext uri="{BB962C8B-B14F-4D97-AF65-F5344CB8AC3E}">
        <p14:creationId xmlns:p14="http://schemas.microsoft.com/office/powerpoint/2010/main" val="211134337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7" name="Google Shape;1977;p72"/>
          <p:cNvSpPr txBox="1">
            <a:spLocks noGrp="1"/>
          </p:cNvSpPr>
          <p:nvPr>
            <p:ph type="ctrTitle"/>
          </p:nvPr>
        </p:nvSpPr>
        <p:spPr>
          <a:xfrm>
            <a:off x="2165000" y="1462344"/>
            <a:ext cx="4807500" cy="997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" dirty="0"/>
              <a:t>THANKS!</a:t>
            </a:r>
            <a:endParaRPr dirty="0"/>
          </a:p>
        </p:txBody>
      </p:sp>
      <p:sp>
        <p:nvSpPr>
          <p:cNvPr id="1978" name="Google Shape;1978;p72"/>
          <p:cNvSpPr txBox="1">
            <a:spLocks noGrp="1"/>
          </p:cNvSpPr>
          <p:nvPr>
            <p:ph type="subTitle" idx="1"/>
          </p:nvPr>
        </p:nvSpPr>
        <p:spPr>
          <a:xfrm>
            <a:off x="2425050" y="2290247"/>
            <a:ext cx="4293900" cy="1320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None/>
            </a:pPr>
            <a:r>
              <a:rPr lang="en" sz="1800" b="1" dirty="0">
                <a:solidFill>
                  <a:schemeClr val="lt2"/>
                </a:solidFill>
              </a:rPr>
              <a:t>Do you have any questions?</a:t>
            </a:r>
            <a:endParaRPr sz="1800" b="1" dirty="0">
              <a:solidFill>
                <a:schemeClr val="lt2"/>
              </a:solidFill>
            </a:endParaRPr>
          </a:p>
          <a:p>
            <a:pPr marL="0" lvl="0" indent="0" algn="ctr" rtl="0">
              <a:spcBef>
                <a:spcPts val="0"/>
              </a:spcBef>
              <a:spcAft>
                <a:spcPts val="0"/>
              </a:spcAft>
              <a:buClr>
                <a:schemeClr val="lt2"/>
              </a:buClr>
              <a:buSzPts val="1100"/>
              <a:buFont typeface="Arial"/>
              <a:buNone/>
            </a:pPr>
            <a:endParaRPr sz="1600" b="1" dirty="0">
              <a:solidFill>
                <a:schemeClr val="lt2"/>
              </a:solidFill>
            </a:endParaRPr>
          </a:p>
        </p:txBody>
      </p:sp>
      <p:cxnSp>
        <p:nvCxnSpPr>
          <p:cNvPr id="1980" name="Google Shape;1980;p72"/>
          <p:cNvCxnSpPr/>
          <p:nvPr/>
        </p:nvCxnSpPr>
        <p:spPr>
          <a:xfrm>
            <a:off x="2165000" y="2485144"/>
            <a:ext cx="4786200" cy="0"/>
          </a:xfrm>
          <a:prstGeom prst="straightConnector1">
            <a:avLst/>
          </a:prstGeom>
          <a:noFill/>
          <a:ln w="19050" cap="flat" cmpd="sng">
            <a:solidFill>
              <a:schemeClr val="lt2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1981" name="Google Shape;1981;p72"/>
          <p:cNvSpPr/>
          <p:nvPr/>
        </p:nvSpPr>
        <p:spPr>
          <a:xfrm>
            <a:off x="3459824" y="3157689"/>
            <a:ext cx="390743" cy="391175"/>
          </a:xfrm>
          <a:custGeom>
            <a:avLst/>
            <a:gdLst/>
            <a:ahLst/>
            <a:cxnLst/>
            <a:rect l="l" t="t" r="r" b="b"/>
            <a:pathLst>
              <a:path w="10860" h="10872" extrusionOk="0">
                <a:moveTo>
                  <a:pt x="5430" y="1"/>
                </a:moveTo>
                <a:cubicBezTo>
                  <a:pt x="3990" y="1"/>
                  <a:pt x="2608" y="560"/>
                  <a:pt x="1596" y="1584"/>
                </a:cubicBezTo>
                <a:cubicBezTo>
                  <a:pt x="561" y="2620"/>
                  <a:pt x="1" y="3989"/>
                  <a:pt x="1" y="5430"/>
                </a:cubicBezTo>
                <a:cubicBezTo>
                  <a:pt x="1" y="6561"/>
                  <a:pt x="346" y="7645"/>
                  <a:pt x="1001" y="8573"/>
                </a:cubicBezTo>
                <a:cubicBezTo>
                  <a:pt x="1632" y="9466"/>
                  <a:pt x="2513" y="10145"/>
                  <a:pt x="3537" y="10538"/>
                </a:cubicBezTo>
                <a:cubicBezTo>
                  <a:pt x="3559" y="10544"/>
                  <a:pt x="3579" y="10547"/>
                  <a:pt x="3599" y="10547"/>
                </a:cubicBezTo>
                <a:cubicBezTo>
                  <a:pt x="3656" y="10547"/>
                  <a:pt x="3704" y="10522"/>
                  <a:pt x="3740" y="10478"/>
                </a:cubicBezTo>
                <a:cubicBezTo>
                  <a:pt x="3763" y="10443"/>
                  <a:pt x="3763" y="10395"/>
                  <a:pt x="3763" y="10371"/>
                </a:cubicBezTo>
                <a:lnTo>
                  <a:pt x="3763" y="7275"/>
                </a:lnTo>
                <a:cubicBezTo>
                  <a:pt x="3763" y="7180"/>
                  <a:pt x="3692" y="7097"/>
                  <a:pt x="3585" y="7097"/>
                </a:cubicBezTo>
                <a:lnTo>
                  <a:pt x="2156" y="7097"/>
                </a:lnTo>
                <a:lnTo>
                  <a:pt x="2156" y="5835"/>
                </a:lnTo>
                <a:lnTo>
                  <a:pt x="3585" y="5835"/>
                </a:lnTo>
                <a:cubicBezTo>
                  <a:pt x="3680" y="5835"/>
                  <a:pt x="3763" y="5751"/>
                  <a:pt x="3763" y="5656"/>
                </a:cubicBezTo>
                <a:lnTo>
                  <a:pt x="3763" y="5430"/>
                </a:lnTo>
                <a:cubicBezTo>
                  <a:pt x="3763" y="3942"/>
                  <a:pt x="5180" y="2632"/>
                  <a:pt x="6799" y="2632"/>
                </a:cubicBezTo>
                <a:lnTo>
                  <a:pt x="7550" y="2632"/>
                </a:lnTo>
                <a:lnTo>
                  <a:pt x="7550" y="3894"/>
                </a:lnTo>
                <a:lnTo>
                  <a:pt x="6799" y="3894"/>
                </a:lnTo>
                <a:cubicBezTo>
                  <a:pt x="6311" y="3894"/>
                  <a:pt x="5883" y="4025"/>
                  <a:pt x="5561" y="4287"/>
                </a:cubicBezTo>
                <a:cubicBezTo>
                  <a:pt x="5228" y="4561"/>
                  <a:pt x="5025" y="4966"/>
                  <a:pt x="5025" y="5430"/>
                </a:cubicBezTo>
                <a:lnTo>
                  <a:pt x="5025" y="5656"/>
                </a:lnTo>
                <a:cubicBezTo>
                  <a:pt x="5025" y="5740"/>
                  <a:pt x="5109" y="5835"/>
                  <a:pt x="5204" y="5835"/>
                </a:cubicBezTo>
                <a:lnTo>
                  <a:pt x="5883" y="5835"/>
                </a:lnTo>
                <a:cubicBezTo>
                  <a:pt x="5966" y="5835"/>
                  <a:pt x="6061" y="5751"/>
                  <a:pt x="6061" y="5656"/>
                </a:cubicBezTo>
                <a:cubicBezTo>
                  <a:pt x="6061" y="5561"/>
                  <a:pt x="5978" y="5478"/>
                  <a:pt x="5883" y="5478"/>
                </a:cubicBezTo>
                <a:lnTo>
                  <a:pt x="5371" y="5478"/>
                </a:lnTo>
                <a:lnTo>
                  <a:pt x="5371" y="5418"/>
                </a:lnTo>
                <a:cubicBezTo>
                  <a:pt x="5371" y="4525"/>
                  <a:pt x="6145" y="4204"/>
                  <a:pt x="6799" y="4204"/>
                </a:cubicBezTo>
                <a:lnTo>
                  <a:pt x="7704" y="4204"/>
                </a:lnTo>
                <a:cubicBezTo>
                  <a:pt x="7800" y="4204"/>
                  <a:pt x="7883" y="4132"/>
                  <a:pt x="7883" y="4025"/>
                </a:cubicBezTo>
                <a:lnTo>
                  <a:pt x="7883" y="2418"/>
                </a:lnTo>
                <a:cubicBezTo>
                  <a:pt x="7883" y="2334"/>
                  <a:pt x="7811" y="2239"/>
                  <a:pt x="7704" y="2239"/>
                </a:cubicBezTo>
                <a:lnTo>
                  <a:pt x="6799" y="2239"/>
                </a:lnTo>
                <a:cubicBezTo>
                  <a:pt x="5966" y="2239"/>
                  <a:pt x="5121" y="2572"/>
                  <a:pt x="4466" y="3156"/>
                </a:cubicBezTo>
                <a:cubicBezTo>
                  <a:pt x="3799" y="3763"/>
                  <a:pt x="3418" y="4549"/>
                  <a:pt x="3418" y="5382"/>
                </a:cubicBezTo>
                <a:lnTo>
                  <a:pt x="3418" y="5442"/>
                </a:lnTo>
                <a:lnTo>
                  <a:pt x="1989" y="5442"/>
                </a:lnTo>
                <a:cubicBezTo>
                  <a:pt x="1906" y="5442"/>
                  <a:pt x="1811" y="5513"/>
                  <a:pt x="1811" y="5620"/>
                </a:cubicBezTo>
                <a:lnTo>
                  <a:pt x="1811" y="7228"/>
                </a:lnTo>
                <a:cubicBezTo>
                  <a:pt x="1811" y="7323"/>
                  <a:pt x="1894" y="7406"/>
                  <a:pt x="1989" y="7406"/>
                </a:cubicBezTo>
                <a:lnTo>
                  <a:pt x="3418" y="7406"/>
                </a:lnTo>
                <a:lnTo>
                  <a:pt x="3418" y="10085"/>
                </a:lnTo>
                <a:cubicBezTo>
                  <a:pt x="1561" y="9300"/>
                  <a:pt x="346" y="7442"/>
                  <a:pt x="346" y="5418"/>
                </a:cubicBezTo>
                <a:cubicBezTo>
                  <a:pt x="346" y="2596"/>
                  <a:pt x="2620" y="322"/>
                  <a:pt x="5430" y="322"/>
                </a:cubicBezTo>
                <a:cubicBezTo>
                  <a:pt x="8228" y="322"/>
                  <a:pt x="10526" y="2620"/>
                  <a:pt x="10526" y="5418"/>
                </a:cubicBezTo>
                <a:cubicBezTo>
                  <a:pt x="10526" y="8228"/>
                  <a:pt x="8240" y="10502"/>
                  <a:pt x="5430" y="10502"/>
                </a:cubicBezTo>
                <a:lnTo>
                  <a:pt x="5371" y="10502"/>
                </a:lnTo>
                <a:lnTo>
                  <a:pt x="5371" y="7418"/>
                </a:lnTo>
                <a:lnTo>
                  <a:pt x="7728" y="7418"/>
                </a:lnTo>
                <a:cubicBezTo>
                  <a:pt x="7811" y="7418"/>
                  <a:pt x="7907" y="7347"/>
                  <a:pt x="7907" y="7240"/>
                </a:cubicBezTo>
                <a:lnTo>
                  <a:pt x="7907" y="5656"/>
                </a:lnTo>
                <a:cubicBezTo>
                  <a:pt x="7907" y="5561"/>
                  <a:pt x="7823" y="5478"/>
                  <a:pt x="7728" y="5478"/>
                </a:cubicBezTo>
                <a:lnTo>
                  <a:pt x="6728" y="5478"/>
                </a:lnTo>
                <a:cubicBezTo>
                  <a:pt x="6633" y="5478"/>
                  <a:pt x="6549" y="5549"/>
                  <a:pt x="6549" y="5656"/>
                </a:cubicBezTo>
                <a:cubicBezTo>
                  <a:pt x="6549" y="5740"/>
                  <a:pt x="6621" y="5835"/>
                  <a:pt x="6728" y="5835"/>
                </a:cubicBezTo>
                <a:lnTo>
                  <a:pt x="7561" y="5835"/>
                </a:lnTo>
                <a:lnTo>
                  <a:pt x="7561" y="7097"/>
                </a:lnTo>
                <a:lnTo>
                  <a:pt x="5204" y="7097"/>
                </a:lnTo>
                <a:cubicBezTo>
                  <a:pt x="5121" y="7097"/>
                  <a:pt x="5025" y="7168"/>
                  <a:pt x="5025" y="7275"/>
                </a:cubicBezTo>
                <a:lnTo>
                  <a:pt x="5025" y="10693"/>
                </a:lnTo>
                <a:cubicBezTo>
                  <a:pt x="5025" y="10788"/>
                  <a:pt x="5109" y="10859"/>
                  <a:pt x="5192" y="10871"/>
                </a:cubicBezTo>
                <a:lnTo>
                  <a:pt x="5430" y="10871"/>
                </a:lnTo>
                <a:cubicBezTo>
                  <a:pt x="6871" y="10871"/>
                  <a:pt x="8240" y="10312"/>
                  <a:pt x="9276" y="9288"/>
                </a:cubicBezTo>
                <a:cubicBezTo>
                  <a:pt x="10300" y="8252"/>
                  <a:pt x="10859" y="6883"/>
                  <a:pt x="10859" y="5442"/>
                </a:cubicBezTo>
                <a:cubicBezTo>
                  <a:pt x="10859" y="3989"/>
                  <a:pt x="10300" y="2620"/>
                  <a:pt x="9276" y="1584"/>
                </a:cubicBezTo>
                <a:cubicBezTo>
                  <a:pt x="8240" y="560"/>
                  <a:pt x="6871" y="1"/>
                  <a:pt x="5430" y="1"/>
                </a:cubicBezTo>
                <a:close/>
              </a:path>
            </a:pathLst>
          </a:cu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grpSp>
        <p:nvGrpSpPr>
          <p:cNvPr id="1982" name="Google Shape;1982;p72"/>
          <p:cNvGrpSpPr/>
          <p:nvPr/>
        </p:nvGrpSpPr>
        <p:grpSpPr>
          <a:xfrm>
            <a:off x="4070720" y="3157975"/>
            <a:ext cx="391181" cy="390750"/>
            <a:chOff x="3303268" y="3817349"/>
            <a:chExt cx="346056" cy="345674"/>
          </a:xfrm>
        </p:grpSpPr>
        <p:sp>
          <p:nvSpPr>
            <p:cNvPr id="1983" name="Google Shape;1983;p72"/>
            <p:cNvSpPr/>
            <p:nvPr/>
          </p:nvSpPr>
          <p:spPr>
            <a:xfrm>
              <a:off x="3303268" y="3817349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4" name="Google Shape;1984;p72"/>
            <p:cNvSpPr/>
            <p:nvPr/>
          </p:nvSpPr>
          <p:spPr>
            <a:xfrm>
              <a:off x="3368074" y="3882537"/>
              <a:ext cx="215298" cy="215298"/>
            </a:xfrm>
            <a:custGeom>
              <a:avLst/>
              <a:gdLst/>
              <a:ahLst/>
              <a:cxnLst/>
              <a:rect l="l" t="t" r="r" b="b"/>
              <a:pathLst>
                <a:path w="6764" h="6764" extrusionOk="0">
                  <a:moveTo>
                    <a:pt x="5335" y="346"/>
                  </a:moveTo>
                  <a:cubicBezTo>
                    <a:pt x="5930" y="346"/>
                    <a:pt x="6418" y="834"/>
                    <a:pt x="6418" y="1429"/>
                  </a:cubicBezTo>
                  <a:lnTo>
                    <a:pt x="6418" y="5335"/>
                  </a:lnTo>
                  <a:cubicBezTo>
                    <a:pt x="6418" y="5930"/>
                    <a:pt x="5930" y="6418"/>
                    <a:pt x="5335" y="6418"/>
                  </a:cubicBezTo>
                  <a:lnTo>
                    <a:pt x="1429" y="6418"/>
                  </a:lnTo>
                  <a:cubicBezTo>
                    <a:pt x="834" y="6418"/>
                    <a:pt x="346" y="5930"/>
                    <a:pt x="346" y="5335"/>
                  </a:cubicBezTo>
                  <a:lnTo>
                    <a:pt x="346" y="1429"/>
                  </a:lnTo>
                  <a:cubicBezTo>
                    <a:pt x="346" y="834"/>
                    <a:pt x="834" y="346"/>
                    <a:pt x="1429" y="346"/>
                  </a:cubicBezTo>
                  <a:close/>
                  <a:moveTo>
                    <a:pt x="1429" y="1"/>
                  </a:moveTo>
                  <a:cubicBezTo>
                    <a:pt x="644" y="1"/>
                    <a:pt x="1" y="644"/>
                    <a:pt x="1" y="1429"/>
                  </a:cubicBezTo>
                  <a:lnTo>
                    <a:pt x="1" y="5335"/>
                  </a:lnTo>
                  <a:cubicBezTo>
                    <a:pt x="1" y="6120"/>
                    <a:pt x="644" y="6763"/>
                    <a:pt x="1429" y="6763"/>
                  </a:cubicBezTo>
                  <a:lnTo>
                    <a:pt x="5335" y="6763"/>
                  </a:lnTo>
                  <a:cubicBezTo>
                    <a:pt x="6121" y="6763"/>
                    <a:pt x="6763" y="6120"/>
                    <a:pt x="6763" y="5335"/>
                  </a:cubicBezTo>
                  <a:lnTo>
                    <a:pt x="6763" y="1429"/>
                  </a:lnTo>
                  <a:cubicBezTo>
                    <a:pt x="6763" y="644"/>
                    <a:pt x="6121" y="1"/>
                    <a:pt x="533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5" name="Google Shape;1985;p72"/>
            <p:cNvSpPr/>
            <p:nvPr/>
          </p:nvSpPr>
          <p:spPr>
            <a:xfrm>
              <a:off x="3418143" y="3933656"/>
              <a:ext cx="114811" cy="112742"/>
            </a:xfrm>
            <a:custGeom>
              <a:avLst/>
              <a:gdLst/>
              <a:ahLst/>
              <a:cxnLst/>
              <a:rect l="l" t="t" r="r" b="b"/>
              <a:pathLst>
                <a:path w="3607" h="3542" extrusionOk="0">
                  <a:moveTo>
                    <a:pt x="1822" y="0"/>
                  </a:moveTo>
                  <a:cubicBezTo>
                    <a:pt x="812" y="0"/>
                    <a:pt x="1" y="851"/>
                    <a:pt x="59" y="1859"/>
                  </a:cubicBezTo>
                  <a:cubicBezTo>
                    <a:pt x="95" y="2776"/>
                    <a:pt x="833" y="3502"/>
                    <a:pt x="1726" y="3538"/>
                  </a:cubicBezTo>
                  <a:cubicBezTo>
                    <a:pt x="1764" y="3541"/>
                    <a:pt x="1802" y="3542"/>
                    <a:pt x="1840" y="3542"/>
                  </a:cubicBezTo>
                  <a:cubicBezTo>
                    <a:pt x="2178" y="3542"/>
                    <a:pt x="2494" y="3447"/>
                    <a:pt x="2762" y="3276"/>
                  </a:cubicBezTo>
                  <a:cubicBezTo>
                    <a:pt x="2857" y="3217"/>
                    <a:pt x="2869" y="3086"/>
                    <a:pt x="2797" y="3014"/>
                  </a:cubicBezTo>
                  <a:cubicBezTo>
                    <a:pt x="2761" y="2978"/>
                    <a:pt x="2711" y="2964"/>
                    <a:pt x="2664" y="2964"/>
                  </a:cubicBezTo>
                  <a:cubicBezTo>
                    <a:pt x="2634" y="2964"/>
                    <a:pt x="2606" y="2969"/>
                    <a:pt x="2583" y="2979"/>
                  </a:cubicBezTo>
                  <a:cubicBezTo>
                    <a:pt x="2380" y="3096"/>
                    <a:pt x="2149" y="3185"/>
                    <a:pt x="1897" y="3185"/>
                  </a:cubicBezTo>
                  <a:cubicBezTo>
                    <a:pt x="1868" y="3185"/>
                    <a:pt x="1839" y="3183"/>
                    <a:pt x="1809" y="3181"/>
                  </a:cubicBezTo>
                  <a:cubicBezTo>
                    <a:pt x="1023" y="3169"/>
                    <a:pt x="380" y="2514"/>
                    <a:pt x="392" y="1716"/>
                  </a:cubicBezTo>
                  <a:cubicBezTo>
                    <a:pt x="426" y="948"/>
                    <a:pt x="1028" y="330"/>
                    <a:pt x="1792" y="330"/>
                  </a:cubicBezTo>
                  <a:cubicBezTo>
                    <a:pt x="1833" y="330"/>
                    <a:pt x="1874" y="332"/>
                    <a:pt x="1916" y="335"/>
                  </a:cubicBezTo>
                  <a:cubicBezTo>
                    <a:pt x="2619" y="371"/>
                    <a:pt x="3190" y="943"/>
                    <a:pt x="3250" y="1633"/>
                  </a:cubicBezTo>
                  <a:cubicBezTo>
                    <a:pt x="3285" y="1919"/>
                    <a:pt x="3214" y="2193"/>
                    <a:pt x="3095" y="2431"/>
                  </a:cubicBezTo>
                  <a:cubicBezTo>
                    <a:pt x="3059" y="2490"/>
                    <a:pt x="3059" y="2574"/>
                    <a:pt x="3119" y="2633"/>
                  </a:cubicBezTo>
                  <a:cubicBezTo>
                    <a:pt x="3149" y="2663"/>
                    <a:pt x="3191" y="2678"/>
                    <a:pt x="3234" y="2678"/>
                  </a:cubicBezTo>
                  <a:cubicBezTo>
                    <a:pt x="3295" y="2678"/>
                    <a:pt x="3358" y="2648"/>
                    <a:pt x="3393" y="2586"/>
                  </a:cubicBezTo>
                  <a:cubicBezTo>
                    <a:pt x="3536" y="2324"/>
                    <a:pt x="3607" y="2014"/>
                    <a:pt x="3583" y="1669"/>
                  </a:cubicBezTo>
                  <a:cubicBezTo>
                    <a:pt x="3536" y="764"/>
                    <a:pt x="2797" y="50"/>
                    <a:pt x="1904" y="2"/>
                  </a:cubicBezTo>
                  <a:cubicBezTo>
                    <a:pt x="1877" y="1"/>
                    <a:pt x="1849" y="0"/>
                    <a:pt x="1822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6" name="Google Shape;1986;p72"/>
            <p:cNvSpPr/>
            <p:nvPr/>
          </p:nvSpPr>
          <p:spPr>
            <a:xfrm>
              <a:off x="3519298" y="3910197"/>
              <a:ext cx="29570" cy="29220"/>
            </a:xfrm>
            <a:custGeom>
              <a:avLst/>
              <a:gdLst/>
              <a:ahLst/>
              <a:cxnLst/>
              <a:rect l="l" t="t" r="r" b="b"/>
              <a:pathLst>
                <a:path w="929" h="918" extrusionOk="0">
                  <a:moveTo>
                    <a:pt x="465" y="1"/>
                  </a:moveTo>
                  <a:cubicBezTo>
                    <a:pt x="203" y="1"/>
                    <a:pt x="0" y="203"/>
                    <a:pt x="0" y="453"/>
                  </a:cubicBezTo>
                  <a:cubicBezTo>
                    <a:pt x="0" y="715"/>
                    <a:pt x="203" y="918"/>
                    <a:pt x="465" y="918"/>
                  </a:cubicBezTo>
                  <a:cubicBezTo>
                    <a:pt x="715" y="918"/>
                    <a:pt x="929" y="715"/>
                    <a:pt x="929" y="453"/>
                  </a:cubicBezTo>
                  <a:cubicBezTo>
                    <a:pt x="929" y="203"/>
                    <a:pt x="715" y="1"/>
                    <a:pt x="465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87" name="Google Shape;1987;p72"/>
          <p:cNvGrpSpPr/>
          <p:nvPr/>
        </p:nvGrpSpPr>
        <p:grpSpPr>
          <a:xfrm>
            <a:off x="4681947" y="3157975"/>
            <a:ext cx="391145" cy="390750"/>
            <a:chOff x="4201447" y="3817349"/>
            <a:chExt cx="346024" cy="345674"/>
          </a:xfrm>
        </p:grpSpPr>
        <p:sp>
          <p:nvSpPr>
            <p:cNvPr id="1988" name="Google Shape;1988;p72"/>
            <p:cNvSpPr/>
            <p:nvPr/>
          </p:nvSpPr>
          <p:spPr>
            <a:xfrm>
              <a:off x="4201447" y="3817349"/>
              <a:ext cx="346024" cy="345674"/>
            </a:xfrm>
            <a:custGeom>
              <a:avLst/>
              <a:gdLst/>
              <a:ahLst/>
              <a:cxnLst/>
              <a:rect l="l" t="t" r="r" b="b"/>
              <a:pathLst>
                <a:path w="10871" h="10860" extrusionOk="0">
                  <a:moveTo>
                    <a:pt x="5430" y="334"/>
                  </a:moveTo>
                  <a:cubicBezTo>
                    <a:pt x="8252" y="334"/>
                    <a:pt x="10526" y="2608"/>
                    <a:pt x="10526" y="5430"/>
                  </a:cubicBezTo>
                  <a:cubicBezTo>
                    <a:pt x="10526" y="8240"/>
                    <a:pt x="8252" y="10514"/>
                    <a:pt x="5430" y="10514"/>
                  </a:cubicBezTo>
                  <a:cubicBezTo>
                    <a:pt x="2620" y="10514"/>
                    <a:pt x="346" y="8240"/>
                    <a:pt x="346" y="5430"/>
                  </a:cubicBezTo>
                  <a:cubicBezTo>
                    <a:pt x="346" y="2608"/>
                    <a:pt x="2620" y="334"/>
                    <a:pt x="5430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2" y="10859"/>
                    <a:pt x="8252" y="10300"/>
                    <a:pt x="9276" y="9264"/>
                  </a:cubicBezTo>
                  <a:cubicBezTo>
                    <a:pt x="10299" y="8240"/>
                    <a:pt x="10871" y="6871"/>
                    <a:pt x="10871" y="5430"/>
                  </a:cubicBezTo>
                  <a:cubicBezTo>
                    <a:pt x="10871" y="3989"/>
                    <a:pt x="10299" y="2620"/>
                    <a:pt x="9276" y="1584"/>
                  </a:cubicBezTo>
                  <a:cubicBezTo>
                    <a:pt x="8252" y="560"/>
                    <a:pt x="6882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89" name="Google Shape;1989;p72"/>
            <p:cNvSpPr/>
            <p:nvPr/>
          </p:nvSpPr>
          <p:spPr>
            <a:xfrm>
              <a:off x="4271569" y="3904531"/>
              <a:ext cx="227394" cy="185728"/>
            </a:xfrm>
            <a:custGeom>
              <a:avLst/>
              <a:gdLst/>
              <a:ahLst/>
              <a:cxnLst/>
              <a:rect l="l" t="t" r="r" b="b"/>
              <a:pathLst>
                <a:path w="7144" h="5835" extrusionOk="0">
                  <a:moveTo>
                    <a:pt x="4620" y="0"/>
                  </a:moveTo>
                  <a:cubicBezTo>
                    <a:pt x="3727" y="0"/>
                    <a:pt x="2977" y="691"/>
                    <a:pt x="2905" y="1572"/>
                  </a:cubicBezTo>
                  <a:cubicBezTo>
                    <a:pt x="2727" y="1548"/>
                    <a:pt x="2358" y="1441"/>
                    <a:pt x="2262" y="1405"/>
                  </a:cubicBezTo>
                  <a:cubicBezTo>
                    <a:pt x="1643" y="1203"/>
                    <a:pt x="1072" y="810"/>
                    <a:pt x="631" y="322"/>
                  </a:cubicBezTo>
                  <a:cubicBezTo>
                    <a:pt x="596" y="298"/>
                    <a:pt x="572" y="274"/>
                    <a:pt x="524" y="262"/>
                  </a:cubicBezTo>
                  <a:cubicBezTo>
                    <a:pt x="517" y="261"/>
                    <a:pt x="509" y="260"/>
                    <a:pt x="501" y="260"/>
                  </a:cubicBezTo>
                  <a:cubicBezTo>
                    <a:pt x="436" y="260"/>
                    <a:pt x="367" y="304"/>
                    <a:pt x="346" y="357"/>
                  </a:cubicBezTo>
                  <a:cubicBezTo>
                    <a:pt x="238" y="572"/>
                    <a:pt x="179" y="810"/>
                    <a:pt x="179" y="1048"/>
                  </a:cubicBezTo>
                  <a:cubicBezTo>
                    <a:pt x="179" y="1393"/>
                    <a:pt x="286" y="1727"/>
                    <a:pt x="476" y="1977"/>
                  </a:cubicBezTo>
                  <a:cubicBezTo>
                    <a:pt x="466" y="1975"/>
                    <a:pt x="456" y="1974"/>
                    <a:pt x="446" y="1974"/>
                  </a:cubicBezTo>
                  <a:cubicBezTo>
                    <a:pt x="397" y="1974"/>
                    <a:pt x="349" y="1997"/>
                    <a:pt x="310" y="2036"/>
                  </a:cubicBezTo>
                  <a:cubicBezTo>
                    <a:pt x="286" y="2060"/>
                    <a:pt x="286" y="2108"/>
                    <a:pt x="274" y="2143"/>
                  </a:cubicBezTo>
                  <a:lnTo>
                    <a:pt x="274" y="2203"/>
                  </a:lnTo>
                  <a:cubicBezTo>
                    <a:pt x="274" y="2655"/>
                    <a:pt x="476" y="3072"/>
                    <a:pt x="822" y="3358"/>
                  </a:cubicBezTo>
                  <a:cubicBezTo>
                    <a:pt x="786" y="3370"/>
                    <a:pt x="774" y="3405"/>
                    <a:pt x="762" y="3417"/>
                  </a:cubicBezTo>
                  <a:cubicBezTo>
                    <a:pt x="750" y="3465"/>
                    <a:pt x="727" y="3513"/>
                    <a:pt x="750" y="3548"/>
                  </a:cubicBezTo>
                  <a:cubicBezTo>
                    <a:pt x="893" y="4024"/>
                    <a:pt x="1262" y="4405"/>
                    <a:pt x="1727" y="4548"/>
                  </a:cubicBezTo>
                  <a:cubicBezTo>
                    <a:pt x="1310" y="4798"/>
                    <a:pt x="834" y="4941"/>
                    <a:pt x="334" y="4941"/>
                  </a:cubicBezTo>
                  <a:lnTo>
                    <a:pt x="191" y="4941"/>
                  </a:lnTo>
                  <a:cubicBezTo>
                    <a:pt x="107" y="4941"/>
                    <a:pt x="36" y="5001"/>
                    <a:pt x="12" y="5084"/>
                  </a:cubicBezTo>
                  <a:cubicBezTo>
                    <a:pt x="0" y="5156"/>
                    <a:pt x="48" y="5239"/>
                    <a:pt x="107" y="5263"/>
                  </a:cubicBezTo>
                  <a:cubicBezTo>
                    <a:pt x="727" y="5632"/>
                    <a:pt x="1465" y="5834"/>
                    <a:pt x="2191" y="5834"/>
                  </a:cubicBezTo>
                  <a:cubicBezTo>
                    <a:pt x="3072" y="5834"/>
                    <a:pt x="3905" y="5560"/>
                    <a:pt x="4596" y="5060"/>
                  </a:cubicBezTo>
                  <a:cubicBezTo>
                    <a:pt x="4691" y="5001"/>
                    <a:pt x="4691" y="4858"/>
                    <a:pt x="4620" y="4786"/>
                  </a:cubicBezTo>
                  <a:cubicBezTo>
                    <a:pt x="4587" y="4754"/>
                    <a:pt x="4544" y="4735"/>
                    <a:pt x="4499" y="4735"/>
                  </a:cubicBezTo>
                  <a:cubicBezTo>
                    <a:pt x="4463" y="4735"/>
                    <a:pt x="4426" y="4748"/>
                    <a:pt x="4394" y="4775"/>
                  </a:cubicBezTo>
                  <a:cubicBezTo>
                    <a:pt x="3763" y="5215"/>
                    <a:pt x="3013" y="5489"/>
                    <a:pt x="2191" y="5489"/>
                  </a:cubicBezTo>
                  <a:cubicBezTo>
                    <a:pt x="1727" y="5489"/>
                    <a:pt x="1262" y="5394"/>
                    <a:pt x="846" y="5239"/>
                  </a:cubicBezTo>
                  <a:cubicBezTo>
                    <a:pt x="1369" y="5144"/>
                    <a:pt x="1846" y="4917"/>
                    <a:pt x="2262" y="4584"/>
                  </a:cubicBezTo>
                  <a:cubicBezTo>
                    <a:pt x="2310" y="4536"/>
                    <a:pt x="2334" y="4477"/>
                    <a:pt x="2322" y="4417"/>
                  </a:cubicBezTo>
                  <a:cubicBezTo>
                    <a:pt x="2310" y="4346"/>
                    <a:pt x="2239" y="4286"/>
                    <a:pt x="2155" y="4286"/>
                  </a:cubicBezTo>
                  <a:cubicBezTo>
                    <a:pt x="1739" y="4263"/>
                    <a:pt x="1369" y="4048"/>
                    <a:pt x="1167" y="3691"/>
                  </a:cubicBezTo>
                  <a:cubicBezTo>
                    <a:pt x="1250" y="3691"/>
                    <a:pt x="1358" y="3667"/>
                    <a:pt x="1441" y="3643"/>
                  </a:cubicBezTo>
                  <a:cubicBezTo>
                    <a:pt x="1524" y="3632"/>
                    <a:pt x="1584" y="3572"/>
                    <a:pt x="1584" y="3489"/>
                  </a:cubicBezTo>
                  <a:cubicBezTo>
                    <a:pt x="1596" y="3405"/>
                    <a:pt x="1536" y="3334"/>
                    <a:pt x="1441" y="3298"/>
                  </a:cubicBezTo>
                  <a:cubicBezTo>
                    <a:pt x="1000" y="3191"/>
                    <a:pt x="667" y="2822"/>
                    <a:pt x="596" y="2381"/>
                  </a:cubicBezTo>
                  <a:lnTo>
                    <a:pt x="596" y="2381"/>
                  </a:lnTo>
                  <a:cubicBezTo>
                    <a:pt x="727" y="2405"/>
                    <a:pt x="869" y="2417"/>
                    <a:pt x="1000" y="2417"/>
                  </a:cubicBezTo>
                  <a:cubicBezTo>
                    <a:pt x="1084" y="2417"/>
                    <a:pt x="1143" y="2358"/>
                    <a:pt x="1167" y="2274"/>
                  </a:cubicBezTo>
                  <a:cubicBezTo>
                    <a:pt x="1179" y="2203"/>
                    <a:pt x="1131" y="2143"/>
                    <a:pt x="1072" y="2108"/>
                  </a:cubicBezTo>
                  <a:cubicBezTo>
                    <a:pt x="703" y="1881"/>
                    <a:pt x="476" y="1488"/>
                    <a:pt x="476" y="1048"/>
                  </a:cubicBezTo>
                  <a:cubicBezTo>
                    <a:pt x="476" y="953"/>
                    <a:pt x="488" y="846"/>
                    <a:pt x="524" y="738"/>
                  </a:cubicBezTo>
                  <a:cubicBezTo>
                    <a:pt x="965" y="1191"/>
                    <a:pt x="1524" y="1524"/>
                    <a:pt x="2120" y="1727"/>
                  </a:cubicBezTo>
                  <a:cubicBezTo>
                    <a:pt x="2120" y="1727"/>
                    <a:pt x="2715" y="1905"/>
                    <a:pt x="2929" y="1917"/>
                  </a:cubicBezTo>
                  <a:lnTo>
                    <a:pt x="3024" y="1917"/>
                  </a:lnTo>
                  <a:cubicBezTo>
                    <a:pt x="3096" y="1917"/>
                    <a:pt x="3167" y="1869"/>
                    <a:pt x="3191" y="1798"/>
                  </a:cubicBezTo>
                  <a:cubicBezTo>
                    <a:pt x="3203" y="1786"/>
                    <a:pt x="3203" y="1750"/>
                    <a:pt x="3203" y="1738"/>
                  </a:cubicBezTo>
                  <a:lnTo>
                    <a:pt x="3203" y="1703"/>
                  </a:lnTo>
                  <a:cubicBezTo>
                    <a:pt x="3203" y="953"/>
                    <a:pt x="3810" y="334"/>
                    <a:pt x="4572" y="334"/>
                  </a:cubicBezTo>
                  <a:cubicBezTo>
                    <a:pt x="4941" y="334"/>
                    <a:pt x="5287" y="488"/>
                    <a:pt x="5549" y="750"/>
                  </a:cubicBezTo>
                  <a:cubicBezTo>
                    <a:pt x="5585" y="787"/>
                    <a:pt x="5621" y="802"/>
                    <a:pt x="5663" y="802"/>
                  </a:cubicBezTo>
                  <a:cubicBezTo>
                    <a:pt x="5676" y="802"/>
                    <a:pt x="5689" y="801"/>
                    <a:pt x="5703" y="798"/>
                  </a:cubicBezTo>
                  <a:cubicBezTo>
                    <a:pt x="5882" y="762"/>
                    <a:pt x="6049" y="738"/>
                    <a:pt x="6203" y="679"/>
                  </a:cubicBezTo>
                  <a:lnTo>
                    <a:pt x="6203" y="679"/>
                  </a:lnTo>
                  <a:cubicBezTo>
                    <a:pt x="6120" y="762"/>
                    <a:pt x="6013" y="857"/>
                    <a:pt x="5894" y="917"/>
                  </a:cubicBezTo>
                  <a:cubicBezTo>
                    <a:pt x="5822" y="965"/>
                    <a:pt x="5787" y="1048"/>
                    <a:pt x="5822" y="1143"/>
                  </a:cubicBezTo>
                  <a:cubicBezTo>
                    <a:pt x="5846" y="1203"/>
                    <a:pt x="5930" y="1250"/>
                    <a:pt x="6001" y="1250"/>
                  </a:cubicBezTo>
                  <a:cubicBezTo>
                    <a:pt x="6144" y="1227"/>
                    <a:pt x="6287" y="1215"/>
                    <a:pt x="6418" y="1167"/>
                  </a:cubicBezTo>
                  <a:lnTo>
                    <a:pt x="6418" y="1167"/>
                  </a:lnTo>
                  <a:cubicBezTo>
                    <a:pt x="6299" y="1286"/>
                    <a:pt x="6168" y="1405"/>
                    <a:pt x="6013" y="1512"/>
                  </a:cubicBezTo>
                  <a:cubicBezTo>
                    <a:pt x="5965" y="1548"/>
                    <a:pt x="5941" y="1608"/>
                    <a:pt x="5941" y="1655"/>
                  </a:cubicBezTo>
                  <a:lnTo>
                    <a:pt x="5941" y="1679"/>
                  </a:lnTo>
                  <a:lnTo>
                    <a:pt x="5941" y="1703"/>
                  </a:lnTo>
                  <a:lnTo>
                    <a:pt x="5941" y="1727"/>
                  </a:lnTo>
                  <a:cubicBezTo>
                    <a:pt x="5941" y="2691"/>
                    <a:pt x="5572" y="3572"/>
                    <a:pt x="4977" y="4227"/>
                  </a:cubicBezTo>
                  <a:cubicBezTo>
                    <a:pt x="4918" y="4298"/>
                    <a:pt x="4918" y="4405"/>
                    <a:pt x="4977" y="4465"/>
                  </a:cubicBezTo>
                  <a:cubicBezTo>
                    <a:pt x="5011" y="4499"/>
                    <a:pt x="5053" y="4514"/>
                    <a:pt x="5096" y="4514"/>
                  </a:cubicBezTo>
                  <a:cubicBezTo>
                    <a:pt x="5143" y="4514"/>
                    <a:pt x="5190" y="4496"/>
                    <a:pt x="5227" y="4465"/>
                  </a:cubicBezTo>
                  <a:cubicBezTo>
                    <a:pt x="5894" y="3715"/>
                    <a:pt x="6263" y="2762"/>
                    <a:pt x="6287" y="1750"/>
                  </a:cubicBezTo>
                  <a:cubicBezTo>
                    <a:pt x="6596" y="1524"/>
                    <a:pt x="6846" y="1250"/>
                    <a:pt x="7061" y="917"/>
                  </a:cubicBezTo>
                  <a:cubicBezTo>
                    <a:pt x="7144" y="857"/>
                    <a:pt x="7132" y="750"/>
                    <a:pt x="7061" y="715"/>
                  </a:cubicBezTo>
                  <a:cubicBezTo>
                    <a:pt x="7029" y="683"/>
                    <a:pt x="6987" y="667"/>
                    <a:pt x="6937" y="667"/>
                  </a:cubicBezTo>
                  <a:cubicBezTo>
                    <a:pt x="6912" y="667"/>
                    <a:pt x="6886" y="671"/>
                    <a:pt x="6858" y="679"/>
                  </a:cubicBezTo>
                  <a:cubicBezTo>
                    <a:pt x="6775" y="726"/>
                    <a:pt x="6680" y="750"/>
                    <a:pt x="6596" y="786"/>
                  </a:cubicBezTo>
                  <a:cubicBezTo>
                    <a:pt x="6680" y="667"/>
                    <a:pt x="6763" y="512"/>
                    <a:pt x="6823" y="369"/>
                  </a:cubicBezTo>
                  <a:cubicBezTo>
                    <a:pt x="6834" y="310"/>
                    <a:pt x="6834" y="238"/>
                    <a:pt x="6787" y="191"/>
                  </a:cubicBezTo>
                  <a:cubicBezTo>
                    <a:pt x="6750" y="153"/>
                    <a:pt x="6703" y="135"/>
                    <a:pt x="6659" y="135"/>
                  </a:cubicBezTo>
                  <a:cubicBezTo>
                    <a:pt x="6632" y="135"/>
                    <a:pt x="6607" y="142"/>
                    <a:pt x="6584" y="155"/>
                  </a:cubicBezTo>
                  <a:cubicBezTo>
                    <a:pt x="6322" y="310"/>
                    <a:pt x="6061" y="393"/>
                    <a:pt x="5775" y="441"/>
                  </a:cubicBezTo>
                  <a:cubicBezTo>
                    <a:pt x="5465" y="143"/>
                    <a:pt x="5048" y="0"/>
                    <a:pt x="4620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0" name="Google Shape;1990;p72"/>
          <p:cNvGrpSpPr/>
          <p:nvPr/>
        </p:nvGrpSpPr>
        <p:grpSpPr>
          <a:xfrm>
            <a:off x="5293002" y="3157981"/>
            <a:ext cx="391181" cy="390750"/>
            <a:chOff x="2238181" y="4120624"/>
            <a:chExt cx="346056" cy="345674"/>
          </a:xfrm>
        </p:grpSpPr>
        <p:grpSp>
          <p:nvGrpSpPr>
            <p:cNvPr id="1991" name="Google Shape;1991;p72"/>
            <p:cNvGrpSpPr/>
            <p:nvPr/>
          </p:nvGrpSpPr>
          <p:grpSpPr>
            <a:xfrm>
              <a:off x="2309155" y="4177413"/>
              <a:ext cx="203862" cy="231903"/>
              <a:chOff x="1512725" y="258500"/>
              <a:chExt cx="4570900" cy="5199625"/>
            </a:xfrm>
          </p:grpSpPr>
          <p:sp>
            <p:nvSpPr>
              <p:cNvPr id="1992" name="Google Shape;1992;p72"/>
              <p:cNvSpPr/>
              <p:nvPr/>
            </p:nvSpPr>
            <p:spPr>
              <a:xfrm>
                <a:off x="1512725" y="2700900"/>
                <a:ext cx="2654475" cy="2757225"/>
              </a:xfrm>
              <a:custGeom>
                <a:avLst/>
                <a:gdLst/>
                <a:ahLst/>
                <a:cxnLst/>
                <a:rect l="l" t="t" r="r" b="b"/>
                <a:pathLst>
                  <a:path w="106179" h="110289" extrusionOk="0">
                    <a:moveTo>
                      <a:pt x="19199" y="1"/>
                    </a:moveTo>
                    <a:cubicBezTo>
                      <a:pt x="18076" y="1"/>
                      <a:pt x="16954" y="466"/>
                      <a:pt x="16148" y="1404"/>
                    </a:cubicBezTo>
                    <a:cubicBezTo>
                      <a:pt x="5840" y="13310"/>
                      <a:pt x="1" y="28739"/>
                      <a:pt x="33" y="44494"/>
                    </a:cubicBezTo>
                    <a:cubicBezTo>
                      <a:pt x="33" y="62077"/>
                      <a:pt x="6916" y="78582"/>
                      <a:pt x="19442" y="91010"/>
                    </a:cubicBezTo>
                    <a:cubicBezTo>
                      <a:pt x="31968" y="103439"/>
                      <a:pt x="48572" y="110289"/>
                      <a:pt x="66252" y="110289"/>
                    </a:cubicBezTo>
                    <a:cubicBezTo>
                      <a:pt x="69546" y="110289"/>
                      <a:pt x="72939" y="110060"/>
                      <a:pt x="76201" y="109571"/>
                    </a:cubicBezTo>
                    <a:cubicBezTo>
                      <a:pt x="86248" y="108071"/>
                      <a:pt x="95675" y="104352"/>
                      <a:pt x="103895" y="98643"/>
                    </a:cubicBezTo>
                    <a:cubicBezTo>
                      <a:pt x="105983" y="97208"/>
                      <a:pt x="106179" y="94272"/>
                      <a:pt x="104417" y="92478"/>
                    </a:cubicBezTo>
                    <a:cubicBezTo>
                      <a:pt x="104384" y="92348"/>
                      <a:pt x="104384" y="92315"/>
                      <a:pt x="104352" y="92315"/>
                    </a:cubicBezTo>
                    <a:cubicBezTo>
                      <a:pt x="103555" y="91537"/>
                      <a:pt x="102517" y="91128"/>
                      <a:pt x="101470" y="91128"/>
                    </a:cubicBezTo>
                    <a:cubicBezTo>
                      <a:pt x="100673" y="91128"/>
                      <a:pt x="99870" y="91365"/>
                      <a:pt x="99165" y="91859"/>
                    </a:cubicBezTo>
                    <a:cubicBezTo>
                      <a:pt x="91956" y="96849"/>
                      <a:pt x="83769" y="100111"/>
                      <a:pt x="74994" y="101416"/>
                    </a:cubicBezTo>
                    <a:cubicBezTo>
                      <a:pt x="72091" y="101808"/>
                      <a:pt x="69155" y="102069"/>
                      <a:pt x="66252" y="102069"/>
                    </a:cubicBezTo>
                    <a:cubicBezTo>
                      <a:pt x="50757" y="102069"/>
                      <a:pt x="36176" y="96066"/>
                      <a:pt x="25216" y="85171"/>
                    </a:cubicBezTo>
                    <a:cubicBezTo>
                      <a:pt x="14256" y="74309"/>
                      <a:pt x="8221" y="59826"/>
                      <a:pt x="8188" y="44462"/>
                    </a:cubicBezTo>
                    <a:cubicBezTo>
                      <a:pt x="8188" y="30664"/>
                      <a:pt x="13277" y="17126"/>
                      <a:pt x="22313" y="6721"/>
                    </a:cubicBezTo>
                    <a:cubicBezTo>
                      <a:pt x="23650" y="5188"/>
                      <a:pt x="23650" y="2904"/>
                      <a:pt x="22248" y="1404"/>
                    </a:cubicBezTo>
                    <a:lnTo>
                      <a:pt x="22215" y="1338"/>
                    </a:lnTo>
                    <a:cubicBezTo>
                      <a:pt x="21407" y="449"/>
                      <a:pt x="20302" y="1"/>
                      <a:pt x="19199" y="1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  <p:sp>
            <p:nvSpPr>
              <p:cNvPr id="1993" name="Google Shape;1993;p72"/>
              <p:cNvSpPr/>
              <p:nvPr/>
            </p:nvSpPr>
            <p:spPr>
              <a:xfrm>
                <a:off x="2323325" y="258500"/>
                <a:ext cx="3760300" cy="4390225"/>
              </a:xfrm>
              <a:custGeom>
                <a:avLst/>
                <a:gdLst/>
                <a:ahLst/>
                <a:cxnLst/>
                <a:rect l="l" t="t" r="r" b="b"/>
                <a:pathLst>
                  <a:path w="150412" h="175609" extrusionOk="0">
                    <a:moveTo>
                      <a:pt x="63610" y="0"/>
                    </a:moveTo>
                    <a:cubicBezTo>
                      <a:pt x="61359" y="0"/>
                      <a:pt x="59532" y="1827"/>
                      <a:pt x="59532" y="4078"/>
                    </a:cubicBezTo>
                    <a:lnTo>
                      <a:pt x="59532" y="93228"/>
                    </a:lnTo>
                    <a:lnTo>
                      <a:pt x="59467" y="142060"/>
                    </a:lnTo>
                    <a:cubicBezTo>
                      <a:pt x="59467" y="153020"/>
                      <a:pt x="52421" y="162741"/>
                      <a:pt x="41950" y="166199"/>
                    </a:cubicBezTo>
                    <a:cubicBezTo>
                      <a:pt x="39320" y="167047"/>
                      <a:pt x="36616" y="167503"/>
                      <a:pt x="33881" y="167503"/>
                    </a:cubicBezTo>
                    <a:cubicBezTo>
                      <a:pt x="33462" y="167503"/>
                      <a:pt x="33042" y="167493"/>
                      <a:pt x="32621" y="167471"/>
                    </a:cubicBezTo>
                    <a:cubicBezTo>
                      <a:pt x="19181" y="166818"/>
                      <a:pt x="8515" y="155793"/>
                      <a:pt x="8319" y="142419"/>
                    </a:cubicBezTo>
                    <a:cubicBezTo>
                      <a:pt x="8221" y="135569"/>
                      <a:pt x="10798" y="129143"/>
                      <a:pt x="15593" y="124250"/>
                    </a:cubicBezTo>
                    <a:cubicBezTo>
                      <a:pt x="20454" y="119291"/>
                      <a:pt x="26978" y="116584"/>
                      <a:pt x="33926" y="116584"/>
                    </a:cubicBezTo>
                    <a:cubicBezTo>
                      <a:pt x="36633" y="116584"/>
                      <a:pt x="39373" y="117041"/>
                      <a:pt x="41983" y="117889"/>
                    </a:cubicBezTo>
                    <a:cubicBezTo>
                      <a:pt x="42399" y="118019"/>
                      <a:pt x="42825" y="118082"/>
                      <a:pt x="43246" y="118082"/>
                    </a:cubicBezTo>
                    <a:cubicBezTo>
                      <a:pt x="44409" y="118082"/>
                      <a:pt x="45540" y="117600"/>
                      <a:pt x="46354" y="116714"/>
                    </a:cubicBezTo>
                    <a:cubicBezTo>
                      <a:pt x="47006" y="115931"/>
                      <a:pt x="47332" y="114920"/>
                      <a:pt x="47332" y="113909"/>
                    </a:cubicBezTo>
                    <a:lnTo>
                      <a:pt x="47332" y="81028"/>
                    </a:lnTo>
                    <a:cubicBezTo>
                      <a:pt x="47332" y="79038"/>
                      <a:pt x="45865" y="77277"/>
                      <a:pt x="43875" y="76983"/>
                    </a:cubicBezTo>
                    <a:cubicBezTo>
                      <a:pt x="40547" y="76494"/>
                      <a:pt x="37220" y="76233"/>
                      <a:pt x="33926" y="76233"/>
                    </a:cubicBezTo>
                    <a:cubicBezTo>
                      <a:pt x="26651" y="76233"/>
                      <a:pt x="19638" y="77407"/>
                      <a:pt x="12984" y="79593"/>
                    </a:cubicBezTo>
                    <a:cubicBezTo>
                      <a:pt x="10831" y="80311"/>
                      <a:pt x="9820" y="82724"/>
                      <a:pt x="10831" y="84780"/>
                    </a:cubicBezTo>
                    <a:lnTo>
                      <a:pt x="10831" y="84812"/>
                    </a:lnTo>
                    <a:cubicBezTo>
                      <a:pt x="10961" y="85008"/>
                      <a:pt x="11092" y="85269"/>
                      <a:pt x="11157" y="85465"/>
                    </a:cubicBezTo>
                    <a:cubicBezTo>
                      <a:pt x="11790" y="86730"/>
                      <a:pt x="13091" y="87485"/>
                      <a:pt x="14435" y="87485"/>
                    </a:cubicBezTo>
                    <a:cubicBezTo>
                      <a:pt x="14823" y="87485"/>
                      <a:pt x="15214" y="87423"/>
                      <a:pt x="15593" y="87291"/>
                    </a:cubicBezTo>
                    <a:cubicBezTo>
                      <a:pt x="21400" y="85367"/>
                      <a:pt x="27565" y="84388"/>
                      <a:pt x="33860" y="84388"/>
                    </a:cubicBezTo>
                    <a:cubicBezTo>
                      <a:pt x="35622" y="84388"/>
                      <a:pt x="37383" y="84486"/>
                      <a:pt x="39145" y="84649"/>
                    </a:cubicBezTo>
                    <a:lnTo>
                      <a:pt x="39145" y="108853"/>
                    </a:lnTo>
                    <a:cubicBezTo>
                      <a:pt x="37383" y="108592"/>
                      <a:pt x="35622" y="108462"/>
                      <a:pt x="33860" y="108462"/>
                    </a:cubicBezTo>
                    <a:cubicBezTo>
                      <a:pt x="24727" y="108462"/>
                      <a:pt x="16180" y="112050"/>
                      <a:pt x="9787" y="118541"/>
                    </a:cubicBezTo>
                    <a:cubicBezTo>
                      <a:pt x="3426" y="124967"/>
                      <a:pt x="1" y="133481"/>
                      <a:pt x="99" y="142549"/>
                    </a:cubicBezTo>
                    <a:cubicBezTo>
                      <a:pt x="360" y="160197"/>
                      <a:pt x="14452" y="174712"/>
                      <a:pt x="32164" y="175561"/>
                    </a:cubicBezTo>
                    <a:cubicBezTo>
                      <a:pt x="32758" y="175593"/>
                      <a:pt x="33351" y="175609"/>
                      <a:pt x="33941" y="175609"/>
                    </a:cubicBezTo>
                    <a:cubicBezTo>
                      <a:pt x="37530" y="175609"/>
                      <a:pt x="41044" y="175018"/>
                      <a:pt x="44462" y="173897"/>
                    </a:cubicBezTo>
                    <a:cubicBezTo>
                      <a:pt x="58325" y="169330"/>
                      <a:pt x="67622" y="156543"/>
                      <a:pt x="67622" y="142027"/>
                    </a:cubicBezTo>
                    <a:lnTo>
                      <a:pt x="67687" y="93163"/>
                    </a:lnTo>
                    <a:lnTo>
                      <a:pt x="67687" y="8155"/>
                    </a:lnTo>
                    <a:lnTo>
                      <a:pt x="78321" y="8155"/>
                    </a:lnTo>
                    <a:cubicBezTo>
                      <a:pt x="81697" y="8133"/>
                      <a:pt x="85305" y="8095"/>
                      <a:pt x="88344" y="8095"/>
                    </a:cubicBezTo>
                    <a:cubicBezTo>
                      <a:pt x="89709" y="8095"/>
                      <a:pt x="90960" y="8103"/>
                      <a:pt x="92022" y="8123"/>
                    </a:cubicBezTo>
                    <a:cubicBezTo>
                      <a:pt x="93098" y="21073"/>
                      <a:pt x="98643" y="33110"/>
                      <a:pt x="107973" y="42374"/>
                    </a:cubicBezTo>
                    <a:cubicBezTo>
                      <a:pt x="117269" y="51573"/>
                      <a:pt x="129339" y="57053"/>
                      <a:pt x="142256" y="58031"/>
                    </a:cubicBezTo>
                    <a:cubicBezTo>
                      <a:pt x="142256" y="64131"/>
                      <a:pt x="142289" y="76005"/>
                      <a:pt x="142354" y="82333"/>
                    </a:cubicBezTo>
                    <a:cubicBezTo>
                      <a:pt x="133155" y="81876"/>
                      <a:pt x="124250" y="79821"/>
                      <a:pt x="115769" y="76233"/>
                    </a:cubicBezTo>
                    <a:cubicBezTo>
                      <a:pt x="109506" y="73624"/>
                      <a:pt x="103700" y="70198"/>
                      <a:pt x="98350" y="66088"/>
                    </a:cubicBezTo>
                    <a:cubicBezTo>
                      <a:pt x="97610" y="65524"/>
                      <a:pt x="96719" y="65238"/>
                      <a:pt x="95830" y="65238"/>
                    </a:cubicBezTo>
                    <a:cubicBezTo>
                      <a:pt x="95229" y="65238"/>
                      <a:pt x="94629" y="65369"/>
                      <a:pt x="94077" y="65632"/>
                    </a:cubicBezTo>
                    <a:cubicBezTo>
                      <a:pt x="92674" y="66284"/>
                      <a:pt x="91793" y="67752"/>
                      <a:pt x="91793" y="69318"/>
                    </a:cubicBezTo>
                    <a:lnTo>
                      <a:pt x="91956" y="142354"/>
                    </a:lnTo>
                    <a:cubicBezTo>
                      <a:pt x="91891" y="150443"/>
                      <a:pt x="90195" y="158272"/>
                      <a:pt x="86966" y="165514"/>
                    </a:cubicBezTo>
                    <a:cubicBezTo>
                      <a:pt x="86150" y="167308"/>
                      <a:pt x="86802" y="169428"/>
                      <a:pt x="88433" y="170472"/>
                    </a:cubicBezTo>
                    <a:cubicBezTo>
                      <a:pt x="88466" y="170472"/>
                      <a:pt x="88466" y="170505"/>
                      <a:pt x="88531" y="170505"/>
                    </a:cubicBezTo>
                    <a:cubicBezTo>
                      <a:pt x="89214" y="170960"/>
                      <a:pt x="89984" y="171174"/>
                      <a:pt x="90744" y="171174"/>
                    </a:cubicBezTo>
                    <a:cubicBezTo>
                      <a:pt x="92271" y="171174"/>
                      <a:pt x="93760" y="170311"/>
                      <a:pt x="94436" y="168808"/>
                    </a:cubicBezTo>
                    <a:cubicBezTo>
                      <a:pt x="98089" y="160555"/>
                      <a:pt x="100046" y="151650"/>
                      <a:pt x="100111" y="142354"/>
                    </a:cubicBezTo>
                    <a:lnTo>
                      <a:pt x="99850" y="77049"/>
                    </a:lnTo>
                    <a:lnTo>
                      <a:pt x="99850" y="77049"/>
                    </a:lnTo>
                    <a:cubicBezTo>
                      <a:pt x="103895" y="79593"/>
                      <a:pt x="108071" y="81844"/>
                      <a:pt x="112474" y="83670"/>
                    </a:cubicBezTo>
                    <a:cubicBezTo>
                      <a:pt x="123206" y="88205"/>
                      <a:pt x="134591" y="90521"/>
                      <a:pt x="146301" y="90521"/>
                    </a:cubicBezTo>
                    <a:cubicBezTo>
                      <a:pt x="147410" y="90521"/>
                      <a:pt x="148454" y="90097"/>
                      <a:pt x="149237" y="89346"/>
                    </a:cubicBezTo>
                    <a:cubicBezTo>
                      <a:pt x="149987" y="88563"/>
                      <a:pt x="150411" y="87552"/>
                      <a:pt x="150411" y="86443"/>
                    </a:cubicBezTo>
                    <a:lnTo>
                      <a:pt x="150379" y="70231"/>
                    </a:lnTo>
                    <a:lnTo>
                      <a:pt x="150313" y="54345"/>
                    </a:lnTo>
                    <a:cubicBezTo>
                      <a:pt x="150281" y="49974"/>
                      <a:pt x="146301" y="49942"/>
                      <a:pt x="146236" y="49942"/>
                    </a:cubicBezTo>
                    <a:cubicBezTo>
                      <a:pt x="120955" y="49942"/>
                      <a:pt x="100177" y="29358"/>
                      <a:pt x="99981" y="4045"/>
                    </a:cubicBezTo>
                    <a:cubicBezTo>
                      <a:pt x="99981" y="2121"/>
                      <a:pt x="98546" y="131"/>
                      <a:pt x="95903" y="0"/>
                    </a:cubicBezTo>
                    <a:close/>
                  </a:path>
                </a:pathLst>
              </a:custGeom>
              <a:solidFill>
                <a:schemeClr val="lt2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lvl="0" indent="0" algn="l" rtl="0">
                  <a:spcBef>
                    <a:spcPts val="0"/>
                  </a:spcBef>
                  <a:spcAft>
                    <a:spcPts val="0"/>
                  </a:spcAft>
                  <a:buNone/>
                </a:pPr>
                <a:endParaRPr/>
              </a:p>
            </p:txBody>
          </p:sp>
        </p:grpSp>
        <p:sp>
          <p:nvSpPr>
            <p:cNvPr id="1994" name="Google Shape;1994;p72"/>
            <p:cNvSpPr/>
            <p:nvPr/>
          </p:nvSpPr>
          <p:spPr>
            <a:xfrm>
              <a:off x="2238181" y="4120624"/>
              <a:ext cx="346056" cy="345674"/>
            </a:xfrm>
            <a:custGeom>
              <a:avLst/>
              <a:gdLst/>
              <a:ahLst/>
              <a:cxnLst/>
              <a:rect l="l" t="t" r="r" b="b"/>
              <a:pathLst>
                <a:path w="10872" h="10860" extrusionOk="0">
                  <a:moveTo>
                    <a:pt x="5418" y="334"/>
                  </a:moveTo>
                  <a:cubicBezTo>
                    <a:pt x="8228" y="334"/>
                    <a:pt x="10514" y="2608"/>
                    <a:pt x="10514" y="5430"/>
                  </a:cubicBezTo>
                  <a:cubicBezTo>
                    <a:pt x="10514" y="8240"/>
                    <a:pt x="8228" y="10514"/>
                    <a:pt x="5418" y="10514"/>
                  </a:cubicBezTo>
                  <a:cubicBezTo>
                    <a:pt x="2608" y="10514"/>
                    <a:pt x="334" y="8240"/>
                    <a:pt x="334" y="5430"/>
                  </a:cubicBezTo>
                  <a:cubicBezTo>
                    <a:pt x="334" y="2608"/>
                    <a:pt x="2608" y="334"/>
                    <a:pt x="5418" y="334"/>
                  </a:cubicBezTo>
                  <a:close/>
                  <a:moveTo>
                    <a:pt x="5430" y="1"/>
                  </a:moveTo>
                  <a:cubicBezTo>
                    <a:pt x="3989" y="1"/>
                    <a:pt x="2620" y="560"/>
                    <a:pt x="1596" y="1584"/>
                  </a:cubicBezTo>
                  <a:cubicBezTo>
                    <a:pt x="572" y="2620"/>
                    <a:pt x="1" y="3989"/>
                    <a:pt x="1" y="5430"/>
                  </a:cubicBezTo>
                  <a:cubicBezTo>
                    <a:pt x="1" y="6871"/>
                    <a:pt x="572" y="8240"/>
                    <a:pt x="1596" y="9264"/>
                  </a:cubicBezTo>
                  <a:cubicBezTo>
                    <a:pt x="2620" y="10300"/>
                    <a:pt x="3989" y="10859"/>
                    <a:pt x="5430" y="10859"/>
                  </a:cubicBezTo>
                  <a:cubicBezTo>
                    <a:pt x="6883" y="10859"/>
                    <a:pt x="8252" y="10300"/>
                    <a:pt x="9276" y="9264"/>
                  </a:cubicBezTo>
                  <a:cubicBezTo>
                    <a:pt x="10300" y="8240"/>
                    <a:pt x="10871" y="6871"/>
                    <a:pt x="10871" y="5430"/>
                  </a:cubicBezTo>
                  <a:cubicBezTo>
                    <a:pt x="10871" y="3989"/>
                    <a:pt x="10300" y="2620"/>
                    <a:pt x="9276" y="1584"/>
                  </a:cubicBezTo>
                  <a:cubicBezTo>
                    <a:pt x="8252" y="560"/>
                    <a:pt x="6883" y="1"/>
                    <a:pt x="5430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5" name="Google Shape;1995;p72"/>
          <p:cNvGrpSpPr/>
          <p:nvPr/>
        </p:nvGrpSpPr>
        <p:grpSpPr>
          <a:xfrm>
            <a:off x="752520" y="3610847"/>
            <a:ext cx="860520" cy="997821"/>
            <a:chOff x="5320111" y="1881293"/>
            <a:chExt cx="470512" cy="545615"/>
          </a:xfrm>
        </p:grpSpPr>
        <p:sp>
          <p:nvSpPr>
            <p:cNvPr id="1996" name="Google Shape;1996;p72"/>
            <p:cNvSpPr/>
            <p:nvPr/>
          </p:nvSpPr>
          <p:spPr>
            <a:xfrm>
              <a:off x="5587062" y="18812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7" name="Google Shape;1997;p72"/>
            <p:cNvSpPr/>
            <p:nvPr/>
          </p:nvSpPr>
          <p:spPr>
            <a:xfrm>
              <a:off x="5320111" y="18812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1998" name="Google Shape;1998;p72"/>
            <p:cNvSpPr/>
            <p:nvPr/>
          </p:nvSpPr>
          <p:spPr>
            <a:xfrm>
              <a:off x="5320111" y="22534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1999" name="Google Shape;1999;p72"/>
          <p:cNvGrpSpPr/>
          <p:nvPr/>
        </p:nvGrpSpPr>
        <p:grpSpPr>
          <a:xfrm>
            <a:off x="1135839" y="3164861"/>
            <a:ext cx="315323" cy="376981"/>
            <a:chOff x="4040314" y="1769061"/>
            <a:chExt cx="315323" cy="376981"/>
          </a:xfrm>
        </p:grpSpPr>
        <p:sp>
          <p:nvSpPr>
            <p:cNvPr id="2000" name="Google Shape;2000;p72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1" name="Google Shape;2001;p72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2" name="Google Shape;2002;p72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3" name="Google Shape;2003;p72"/>
          <p:cNvGrpSpPr/>
          <p:nvPr/>
        </p:nvGrpSpPr>
        <p:grpSpPr>
          <a:xfrm rot="10800000">
            <a:off x="7568370" y="517436"/>
            <a:ext cx="860520" cy="997821"/>
            <a:chOff x="5320111" y="1881293"/>
            <a:chExt cx="470512" cy="545615"/>
          </a:xfrm>
        </p:grpSpPr>
        <p:sp>
          <p:nvSpPr>
            <p:cNvPr id="2004" name="Google Shape;2004;p72"/>
            <p:cNvSpPr/>
            <p:nvPr/>
          </p:nvSpPr>
          <p:spPr>
            <a:xfrm>
              <a:off x="5587062" y="1881293"/>
              <a:ext cx="203557" cy="545107"/>
            </a:xfrm>
            <a:custGeom>
              <a:avLst/>
              <a:gdLst/>
              <a:ahLst/>
              <a:cxnLst/>
              <a:rect l="l" t="t" r="r" b="b"/>
              <a:pathLst>
                <a:path w="5545" h="14849" extrusionOk="0">
                  <a:moveTo>
                    <a:pt x="5544" y="14849"/>
                  </a:moveTo>
                  <a:lnTo>
                    <a:pt x="1" y="10375"/>
                  </a:lnTo>
                  <a:lnTo>
                    <a:pt x="3802" y="0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5" name="Google Shape;2005;p72"/>
            <p:cNvSpPr/>
            <p:nvPr/>
          </p:nvSpPr>
          <p:spPr>
            <a:xfrm>
              <a:off x="5320111" y="1881293"/>
              <a:ext cx="406563" cy="380903"/>
            </a:xfrm>
            <a:custGeom>
              <a:avLst/>
              <a:gdLst/>
              <a:ahLst/>
              <a:cxnLst/>
              <a:rect l="l" t="t" r="r" b="b"/>
              <a:pathLst>
                <a:path w="11075" h="10376" extrusionOk="0">
                  <a:moveTo>
                    <a:pt x="11074" y="0"/>
                  </a:moveTo>
                  <a:lnTo>
                    <a:pt x="7273" y="10375"/>
                  </a:lnTo>
                  <a:lnTo>
                    <a:pt x="1" y="10138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6" name="Google Shape;2006;p72"/>
            <p:cNvSpPr/>
            <p:nvPr/>
          </p:nvSpPr>
          <p:spPr>
            <a:xfrm>
              <a:off x="5320111" y="2253453"/>
              <a:ext cx="470512" cy="173455"/>
            </a:xfrm>
            <a:custGeom>
              <a:avLst/>
              <a:gdLst/>
              <a:ahLst/>
              <a:cxnLst/>
              <a:rect l="l" t="t" r="r" b="b"/>
              <a:pathLst>
                <a:path w="12817" h="4725" extrusionOk="0">
                  <a:moveTo>
                    <a:pt x="1" y="0"/>
                  </a:moveTo>
                  <a:lnTo>
                    <a:pt x="7273" y="237"/>
                  </a:lnTo>
                  <a:lnTo>
                    <a:pt x="12816" y="4711"/>
                  </a:lnTo>
                  <a:lnTo>
                    <a:pt x="5673" y="472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07" name="Google Shape;2007;p72"/>
          <p:cNvGrpSpPr/>
          <p:nvPr/>
        </p:nvGrpSpPr>
        <p:grpSpPr>
          <a:xfrm rot="10800000">
            <a:off x="7730248" y="1584263"/>
            <a:ext cx="315323" cy="376981"/>
            <a:chOff x="4040314" y="1769061"/>
            <a:chExt cx="315323" cy="376981"/>
          </a:xfrm>
        </p:grpSpPr>
        <p:sp>
          <p:nvSpPr>
            <p:cNvPr id="2008" name="Google Shape;2008;p72"/>
            <p:cNvSpPr/>
            <p:nvPr/>
          </p:nvSpPr>
          <p:spPr>
            <a:xfrm>
              <a:off x="4040314" y="1769061"/>
              <a:ext cx="132487" cy="376981"/>
            </a:xfrm>
            <a:custGeom>
              <a:avLst/>
              <a:gdLst/>
              <a:ahLst/>
              <a:cxnLst/>
              <a:rect l="l" t="t" r="r" b="b"/>
              <a:pathLst>
                <a:path w="3597" h="10235" extrusionOk="0">
                  <a:moveTo>
                    <a:pt x="1" y="0"/>
                  </a:moveTo>
                  <a:lnTo>
                    <a:pt x="3596" y="3305"/>
                  </a:lnTo>
                  <a:lnTo>
                    <a:pt x="538" y="10235"/>
                  </a:lnTo>
                  <a:close/>
                </a:path>
              </a:pathLst>
            </a:custGeom>
            <a:gradFill>
              <a:gsLst>
                <a:gs pos="0">
                  <a:schemeClr val="accent3"/>
                </a:gs>
                <a:gs pos="100000">
                  <a:schemeClr val="accent4"/>
                </a:gs>
              </a:gsLst>
              <a:lin ang="5400012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09" name="Google Shape;2009;p72"/>
            <p:cNvSpPr/>
            <p:nvPr/>
          </p:nvSpPr>
          <p:spPr>
            <a:xfrm>
              <a:off x="4060093" y="1890752"/>
              <a:ext cx="295544" cy="255286"/>
            </a:xfrm>
            <a:custGeom>
              <a:avLst/>
              <a:gdLst/>
              <a:ahLst/>
              <a:cxnLst/>
              <a:rect l="l" t="t" r="r" b="b"/>
              <a:pathLst>
                <a:path w="8024" h="6931" extrusionOk="0">
                  <a:moveTo>
                    <a:pt x="1" y="6931"/>
                  </a:moveTo>
                  <a:lnTo>
                    <a:pt x="3059" y="1"/>
                  </a:lnTo>
                  <a:lnTo>
                    <a:pt x="8024" y="484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4"/>
                </a:gs>
              </a:gsLst>
              <a:lin ang="10800025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0" name="Google Shape;2010;p72"/>
            <p:cNvSpPr/>
            <p:nvPr/>
          </p:nvSpPr>
          <p:spPr>
            <a:xfrm>
              <a:off x="4040314" y="1769061"/>
              <a:ext cx="315323" cy="139558"/>
            </a:xfrm>
            <a:custGeom>
              <a:avLst/>
              <a:gdLst/>
              <a:ahLst/>
              <a:cxnLst/>
              <a:rect l="l" t="t" r="r" b="b"/>
              <a:pathLst>
                <a:path w="8561" h="3789" extrusionOk="0">
                  <a:moveTo>
                    <a:pt x="8561" y="3788"/>
                  </a:moveTo>
                  <a:lnTo>
                    <a:pt x="3596" y="3305"/>
                  </a:lnTo>
                  <a:lnTo>
                    <a:pt x="1" y="0"/>
                  </a:lnTo>
                  <a:lnTo>
                    <a:pt x="4888" y="305"/>
                  </a:lnTo>
                  <a:close/>
                </a:path>
              </a:pathLst>
            </a:custGeom>
            <a:gradFill>
              <a:gsLst>
                <a:gs pos="0">
                  <a:schemeClr val="accent5"/>
                </a:gs>
                <a:gs pos="100000">
                  <a:schemeClr val="accent6"/>
                </a:gs>
              </a:gsLst>
              <a:lin ang="0" scaled="0"/>
            </a:gra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11" name="Google Shape;2011;p72"/>
          <p:cNvGrpSpPr/>
          <p:nvPr/>
        </p:nvGrpSpPr>
        <p:grpSpPr>
          <a:xfrm rot="10800000" flipH="1">
            <a:off x="8262506" y="3907475"/>
            <a:ext cx="166385" cy="701016"/>
            <a:chOff x="8668080" y="2328029"/>
            <a:chExt cx="127488" cy="537136"/>
          </a:xfrm>
        </p:grpSpPr>
        <p:sp>
          <p:nvSpPr>
            <p:cNvPr id="2012" name="Google Shape;2012;p72"/>
            <p:cNvSpPr/>
            <p:nvPr/>
          </p:nvSpPr>
          <p:spPr>
            <a:xfrm>
              <a:off x="8745387" y="2328029"/>
              <a:ext cx="50181" cy="43070"/>
            </a:xfrm>
            <a:custGeom>
              <a:avLst/>
              <a:gdLst/>
              <a:ahLst/>
              <a:cxnLst/>
              <a:rect l="l" t="t" r="r" b="b"/>
              <a:pathLst>
                <a:path w="875" h="751" extrusionOk="0">
                  <a:moveTo>
                    <a:pt x="376" y="1"/>
                  </a:moveTo>
                  <a:cubicBezTo>
                    <a:pt x="169" y="1"/>
                    <a:pt x="1" y="169"/>
                    <a:pt x="1" y="376"/>
                  </a:cubicBezTo>
                  <a:cubicBezTo>
                    <a:pt x="1" y="601"/>
                    <a:pt x="185" y="750"/>
                    <a:pt x="377" y="750"/>
                  </a:cubicBezTo>
                  <a:cubicBezTo>
                    <a:pt x="469" y="750"/>
                    <a:pt x="563" y="716"/>
                    <a:pt x="639" y="640"/>
                  </a:cubicBezTo>
                  <a:cubicBezTo>
                    <a:pt x="874" y="405"/>
                    <a:pt x="708" y="2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3" name="Google Shape;2013;p72"/>
            <p:cNvSpPr/>
            <p:nvPr/>
          </p:nvSpPr>
          <p:spPr>
            <a:xfrm>
              <a:off x="8745387" y="2426900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6" y="1"/>
                  </a:moveTo>
                  <a:cubicBezTo>
                    <a:pt x="169" y="1"/>
                    <a:pt x="1" y="169"/>
                    <a:pt x="1" y="376"/>
                  </a:cubicBezTo>
                  <a:cubicBezTo>
                    <a:pt x="1" y="601"/>
                    <a:pt x="185" y="749"/>
                    <a:pt x="377" y="749"/>
                  </a:cubicBezTo>
                  <a:cubicBezTo>
                    <a:pt x="469" y="749"/>
                    <a:pt x="563" y="715"/>
                    <a:pt x="639" y="639"/>
                  </a:cubicBezTo>
                  <a:cubicBezTo>
                    <a:pt x="874" y="403"/>
                    <a:pt x="708" y="1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4" name="Google Shape;2014;p72"/>
            <p:cNvSpPr/>
            <p:nvPr/>
          </p:nvSpPr>
          <p:spPr>
            <a:xfrm>
              <a:off x="8745387" y="2525771"/>
              <a:ext cx="50181" cy="42955"/>
            </a:xfrm>
            <a:custGeom>
              <a:avLst/>
              <a:gdLst/>
              <a:ahLst/>
              <a:cxnLst/>
              <a:rect l="l" t="t" r="r" b="b"/>
              <a:pathLst>
                <a:path w="875" h="749" extrusionOk="0">
                  <a:moveTo>
                    <a:pt x="374" y="0"/>
                  </a:moveTo>
                  <a:cubicBezTo>
                    <a:pt x="168" y="0"/>
                    <a:pt x="1" y="168"/>
                    <a:pt x="1" y="374"/>
                  </a:cubicBezTo>
                  <a:cubicBezTo>
                    <a:pt x="1" y="599"/>
                    <a:pt x="185" y="748"/>
                    <a:pt x="377" y="748"/>
                  </a:cubicBezTo>
                  <a:cubicBezTo>
                    <a:pt x="469" y="748"/>
                    <a:pt x="562" y="715"/>
                    <a:pt x="638" y="639"/>
                  </a:cubicBezTo>
                  <a:cubicBezTo>
                    <a:pt x="874" y="403"/>
                    <a:pt x="708" y="0"/>
                    <a:pt x="376" y="0"/>
                  </a:cubicBezTo>
                  <a:cubicBezTo>
                    <a:pt x="375" y="0"/>
                    <a:pt x="374" y="0"/>
                    <a:pt x="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5" name="Google Shape;2015;p72"/>
            <p:cNvSpPr/>
            <p:nvPr/>
          </p:nvSpPr>
          <p:spPr>
            <a:xfrm>
              <a:off x="8745387" y="2624526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6" y="1"/>
                  </a:moveTo>
                  <a:cubicBezTo>
                    <a:pt x="169" y="1"/>
                    <a:pt x="1" y="169"/>
                    <a:pt x="1" y="375"/>
                  </a:cubicBezTo>
                  <a:cubicBezTo>
                    <a:pt x="1" y="600"/>
                    <a:pt x="185" y="750"/>
                    <a:pt x="377" y="750"/>
                  </a:cubicBezTo>
                  <a:cubicBezTo>
                    <a:pt x="469" y="750"/>
                    <a:pt x="562" y="715"/>
                    <a:pt x="638" y="639"/>
                  </a:cubicBezTo>
                  <a:cubicBezTo>
                    <a:pt x="874" y="404"/>
                    <a:pt x="708" y="2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6" name="Google Shape;2016;p72"/>
            <p:cNvSpPr/>
            <p:nvPr/>
          </p:nvSpPr>
          <p:spPr>
            <a:xfrm>
              <a:off x="8745387" y="2723397"/>
              <a:ext cx="44733" cy="43013"/>
            </a:xfrm>
            <a:custGeom>
              <a:avLst/>
              <a:gdLst/>
              <a:ahLst/>
              <a:cxnLst/>
              <a:rect l="l" t="t" r="r" b="b"/>
              <a:pathLst>
                <a:path w="780" h="750" extrusionOk="0">
                  <a:moveTo>
                    <a:pt x="376" y="0"/>
                  </a:moveTo>
                  <a:cubicBezTo>
                    <a:pt x="169" y="0"/>
                    <a:pt x="1" y="168"/>
                    <a:pt x="1" y="374"/>
                  </a:cubicBezTo>
                  <a:cubicBezTo>
                    <a:pt x="1" y="526"/>
                    <a:pt x="92" y="663"/>
                    <a:pt x="232" y="720"/>
                  </a:cubicBezTo>
                  <a:cubicBezTo>
                    <a:pt x="279" y="740"/>
                    <a:pt x="328" y="749"/>
                    <a:pt x="376" y="749"/>
                  </a:cubicBezTo>
                  <a:cubicBezTo>
                    <a:pt x="474" y="749"/>
                    <a:pt x="569" y="711"/>
                    <a:pt x="640" y="640"/>
                  </a:cubicBezTo>
                  <a:cubicBezTo>
                    <a:pt x="747" y="532"/>
                    <a:pt x="780" y="371"/>
                    <a:pt x="721" y="231"/>
                  </a:cubicBezTo>
                  <a:cubicBezTo>
                    <a:pt x="663" y="91"/>
                    <a:pt x="527" y="0"/>
                    <a:pt x="3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7" name="Google Shape;2017;p72"/>
            <p:cNvSpPr/>
            <p:nvPr/>
          </p:nvSpPr>
          <p:spPr>
            <a:xfrm>
              <a:off x="8745387" y="2822153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6" y="1"/>
                  </a:moveTo>
                  <a:cubicBezTo>
                    <a:pt x="169" y="1"/>
                    <a:pt x="1" y="169"/>
                    <a:pt x="1" y="375"/>
                  </a:cubicBezTo>
                  <a:cubicBezTo>
                    <a:pt x="1" y="600"/>
                    <a:pt x="185" y="750"/>
                    <a:pt x="377" y="750"/>
                  </a:cubicBezTo>
                  <a:cubicBezTo>
                    <a:pt x="469" y="750"/>
                    <a:pt x="562" y="715"/>
                    <a:pt x="638" y="639"/>
                  </a:cubicBezTo>
                  <a:cubicBezTo>
                    <a:pt x="874" y="404"/>
                    <a:pt x="708" y="2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8" name="Google Shape;2018;p72"/>
            <p:cNvSpPr/>
            <p:nvPr/>
          </p:nvSpPr>
          <p:spPr>
            <a:xfrm>
              <a:off x="8668080" y="2328029"/>
              <a:ext cx="50181" cy="43070"/>
            </a:xfrm>
            <a:custGeom>
              <a:avLst/>
              <a:gdLst/>
              <a:ahLst/>
              <a:cxnLst/>
              <a:rect l="l" t="t" r="r" b="b"/>
              <a:pathLst>
                <a:path w="875" h="751" extrusionOk="0">
                  <a:moveTo>
                    <a:pt x="374" y="1"/>
                  </a:moveTo>
                  <a:cubicBezTo>
                    <a:pt x="168" y="1"/>
                    <a:pt x="0" y="169"/>
                    <a:pt x="0" y="376"/>
                  </a:cubicBezTo>
                  <a:cubicBezTo>
                    <a:pt x="1" y="601"/>
                    <a:pt x="185" y="750"/>
                    <a:pt x="377" y="750"/>
                  </a:cubicBezTo>
                  <a:cubicBezTo>
                    <a:pt x="469" y="750"/>
                    <a:pt x="563" y="716"/>
                    <a:pt x="639" y="640"/>
                  </a:cubicBezTo>
                  <a:cubicBezTo>
                    <a:pt x="875" y="404"/>
                    <a:pt x="708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19" name="Google Shape;2019;p72"/>
            <p:cNvSpPr/>
            <p:nvPr/>
          </p:nvSpPr>
          <p:spPr>
            <a:xfrm>
              <a:off x="8668080" y="2426900"/>
              <a:ext cx="50181" cy="42955"/>
            </a:xfrm>
            <a:custGeom>
              <a:avLst/>
              <a:gdLst/>
              <a:ahLst/>
              <a:cxnLst/>
              <a:rect l="l" t="t" r="r" b="b"/>
              <a:pathLst>
                <a:path w="875" h="749" extrusionOk="0">
                  <a:moveTo>
                    <a:pt x="374" y="1"/>
                  </a:moveTo>
                  <a:cubicBezTo>
                    <a:pt x="168" y="1"/>
                    <a:pt x="0" y="169"/>
                    <a:pt x="0" y="376"/>
                  </a:cubicBezTo>
                  <a:cubicBezTo>
                    <a:pt x="1" y="600"/>
                    <a:pt x="185" y="749"/>
                    <a:pt x="377" y="749"/>
                  </a:cubicBezTo>
                  <a:cubicBezTo>
                    <a:pt x="469" y="749"/>
                    <a:pt x="563" y="715"/>
                    <a:pt x="639" y="638"/>
                  </a:cubicBezTo>
                  <a:cubicBezTo>
                    <a:pt x="875" y="403"/>
                    <a:pt x="708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0" name="Google Shape;2020;p72"/>
            <p:cNvSpPr/>
            <p:nvPr/>
          </p:nvSpPr>
          <p:spPr>
            <a:xfrm>
              <a:off x="8668080" y="2525713"/>
              <a:ext cx="43013" cy="43070"/>
            </a:xfrm>
            <a:custGeom>
              <a:avLst/>
              <a:gdLst/>
              <a:ahLst/>
              <a:cxnLst/>
              <a:rect l="l" t="t" r="r" b="b"/>
              <a:pathLst>
                <a:path w="750" h="751" extrusionOk="0">
                  <a:moveTo>
                    <a:pt x="374" y="0"/>
                  </a:moveTo>
                  <a:cubicBezTo>
                    <a:pt x="167" y="0"/>
                    <a:pt x="0" y="168"/>
                    <a:pt x="0" y="375"/>
                  </a:cubicBezTo>
                  <a:cubicBezTo>
                    <a:pt x="0" y="582"/>
                    <a:pt x="167" y="750"/>
                    <a:pt x="374" y="750"/>
                  </a:cubicBezTo>
                  <a:cubicBezTo>
                    <a:pt x="581" y="750"/>
                    <a:pt x="749" y="582"/>
                    <a:pt x="749" y="375"/>
                  </a:cubicBezTo>
                  <a:cubicBezTo>
                    <a:pt x="749" y="168"/>
                    <a:pt x="581" y="0"/>
                    <a:pt x="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1" name="Google Shape;2021;p72"/>
            <p:cNvSpPr/>
            <p:nvPr/>
          </p:nvSpPr>
          <p:spPr>
            <a:xfrm>
              <a:off x="8668080" y="2624526"/>
              <a:ext cx="43013" cy="43013"/>
            </a:xfrm>
            <a:custGeom>
              <a:avLst/>
              <a:gdLst/>
              <a:ahLst/>
              <a:cxnLst/>
              <a:rect l="l" t="t" r="r" b="b"/>
              <a:pathLst>
                <a:path w="750" h="750" extrusionOk="0">
                  <a:moveTo>
                    <a:pt x="374" y="1"/>
                  </a:moveTo>
                  <a:cubicBezTo>
                    <a:pt x="167" y="1"/>
                    <a:pt x="0" y="169"/>
                    <a:pt x="0" y="376"/>
                  </a:cubicBezTo>
                  <a:cubicBezTo>
                    <a:pt x="0" y="583"/>
                    <a:pt x="167" y="750"/>
                    <a:pt x="374" y="750"/>
                  </a:cubicBezTo>
                  <a:cubicBezTo>
                    <a:pt x="581" y="750"/>
                    <a:pt x="749" y="583"/>
                    <a:pt x="749" y="376"/>
                  </a:cubicBezTo>
                  <a:cubicBezTo>
                    <a:pt x="749" y="169"/>
                    <a:pt x="581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2" name="Google Shape;2022;p72"/>
            <p:cNvSpPr/>
            <p:nvPr/>
          </p:nvSpPr>
          <p:spPr>
            <a:xfrm>
              <a:off x="8668080" y="2723397"/>
              <a:ext cx="44733" cy="43013"/>
            </a:xfrm>
            <a:custGeom>
              <a:avLst/>
              <a:gdLst/>
              <a:ahLst/>
              <a:cxnLst/>
              <a:rect l="l" t="t" r="r" b="b"/>
              <a:pathLst>
                <a:path w="780" h="750" extrusionOk="0">
                  <a:moveTo>
                    <a:pt x="377" y="0"/>
                  </a:moveTo>
                  <a:cubicBezTo>
                    <a:pt x="376" y="0"/>
                    <a:pt x="375" y="0"/>
                    <a:pt x="374" y="0"/>
                  </a:cubicBezTo>
                  <a:cubicBezTo>
                    <a:pt x="168" y="0"/>
                    <a:pt x="0" y="168"/>
                    <a:pt x="0" y="374"/>
                  </a:cubicBezTo>
                  <a:cubicBezTo>
                    <a:pt x="0" y="526"/>
                    <a:pt x="92" y="663"/>
                    <a:pt x="233" y="720"/>
                  </a:cubicBezTo>
                  <a:cubicBezTo>
                    <a:pt x="279" y="740"/>
                    <a:pt x="327" y="749"/>
                    <a:pt x="376" y="749"/>
                  </a:cubicBezTo>
                  <a:cubicBezTo>
                    <a:pt x="473" y="749"/>
                    <a:pt x="568" y="711"/>
                    <a:pt x="640" y="639"/>
                  </a:cubicBezTo>
                  <a:cubicBezTo>
                    <a:pt x="748" y="532"/>
                    <a:pt x="779" y="371"/>
                    <a:pt x="722" y="230"/>
                  </a:cubicBezTo>
                  <a:cubicBezTo>
                    <a:pt x="663" y="92"/>
                    <a:pt x="528" y="0"/>
                    <a:pt x="3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3" name="Google Shape;2023;p72"/>
            <p:cNvSpPr/>
            <p:nvPr/>
          </p:nvSpPr>
          <p:spPr>
            <a:xfrm>
              <a:off x="8668080" y="2822153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4" y="1"/>
                  </a:moveTo>
                  <a:cubicBezTo>
                    <a:pt x="168" y="2"/>
                    <a:pt x="1" y="169"/>
                    <a:pt x="0" y="375"/>
                  </a:cubicBezTo>
                  <a:cubicBezTo>
                    <a:pt x="0" y="600"/>
                    <a:pt x="185" y="750"/>
                    <a:pt x="377" y="750"/>
                  </a:cubicBezTo>
                  <a:cubicBezTo>
                    <a:pt x="469" y="750"/>
                    <a:pt x="563" y="715"/>
                    <a:pt x="639" y="639"/>
                  </a:cubicBezTo>
                  <a:cubicBezTo>
                    <a:pt x="875" y="403"/>
                    <a:pt x="708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  <p:grpSp>
        <p:nvGrpSpPr>
          <p:cNvPr id="2024" name="Google Shape;2024;p72"/>
          <p:cNvGrpSpPr/>
          <p:nvPr/>
        </p:nvGrpSpPr>
        <p:grpSpPr>
          <a:xfrm rot="10800000" flipH="1">
            <a:off x="715106" y="535000"/>
            <a:ext cx="166385" cy="701016"/>
            <a:chOff x="8668080" y="2328029"/>
            <a:chExt cx="127488" cy="537136"/>
          </a:xfrm>
        </p:grpSpPr>
        <p:sp>
          <p:nvSpPr>
            <p:cNvPr id="2025" name="Google Shape;2025;p72"/>
            <p:cNvSpPr/>
            <p:nvPr/>
          </p:nvSpPr>
          <p:spPr>
            <a:xfrm>
              <a:off x="8745387" y="2328029"/>
              <a:ext cx="50181" cy="43070"/>
            </a:xfrm>
            <a:custGeom>
              <a:avLst/>
              <a:gdLst/>
              <a:ahLst/>
              <a:cxnLst/>
              <a:rect l="l" t="t" r="r" b="b"/>
              <a:pathLst>
                <a:path w="875" h="751" extrusionOk="0">
                  <a:moveTo>
                    <a:pt x="376" y="1"/>
                  </a:moveTo>
                  <a:cubicBezTo>
                    <a:pt x="169" y="1"/>
                    <a:pt x="1" y="169"/>
                    <a:pt x="1" y="376"/>
                  </a:cubicBezTo>
                  <a:cubicBezTo>
                    <a:pt x="1" y="601"/>
                    <a:pt x="185" y="750"/>
                    <a:pt x="377" y="750"/>
                  </a:cubicBezTo>
                  <a:cubicBezTo>
                    <a:pt x="469" y="750"/>
                    <a:pt x="563" y="716"/>
                    <a:pt x="639" y="640"/>
                  </a:cubicBezTo>
                  <a:cubicBezTo>
                    <a:pt x="874" y="405"/>
                    <a:pt x="708" y="2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6" name="Google Shape;2026;p72"/>
            <p:cNvSpPr/>
            <p:nvPr/>
          </p:nvSpPr>
          <p:spPr>
            <a:xfrm>
              <a:off x="8745387" y="2426900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6" y="1"/>
                  </a:moveTo>
                  <a:cubicBezTo>
                    <a:pt x="169" y="1"/>
                    <a:pt x="1" y="169"/>
                    <a:pt x="1" y="376"/>
                  </a:cubicBezTo>
                  <a:cubicBezTo>
                    <a:pt x="1" y="601"/>
                    <a:pt x="185" y="749"/>
                    <a:pt x="377" y="749"/>
                  </a:cubicBezTo>
                  <a:cubicBezTo>
                    <a:pt x="469" y="749"/>
                    <a:pt x="563" y="715"/>
                    <a:pt x="639" y="639"/>
                  </a:cubicBezTo>
                  <a:cubicBezTo>
                    <a:pt x="874" y="403"/>
                    <a:pt x="708" y="1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7" name="Google Shape;2027;p72"/>
            <p:cNvSpPr/>
            <p:nvPr/>
          </p:nvSpPr>
          <p:spPr>
            <a:xfrm>
              <a:off x="8745387" y="2525771"/>
              <a:ext cx="50181" cy="42955"/>
            </a:xfrm>
            <a:custGeom>
              <a:avLst/>
              <a:gdLst/>
              <a:ahLst/>
              <a:cxnLst/>
              <a:rect l="l" t="t" r="r" b="b"/>
              <a:pathLst>
                <a:path w="875" h="749" extrusionOk="0">
                  <a:moveTo>
                    <a:pt x="374" y="0"/>
                  </a:moveTo>
                  <a:cubicBezTo>
                    <a:pt x="168" y="0"/>
                    <a:pt x="1" y="168"/>
                    <a:pt x="1" y="374"/>
                  </a:cubicBezTo>
                  <a:cubicBezTo>
                    <a:pt x="1" y="599"/>
                    <a:pt x="185" y="748"/>
                    <a:pt x="377" y="748"/>
                  </a:cubicBezTo>
                  <a:cubicBezTo>
                    <a:pt x="469" y="748"/>
                    <a:pt x="562" y="715"/>
                    <a:pt x="638" y="639"/>
                  </a:cubicBezTo>
                  <a:cubicBezTo>
                    <a:pt x="874" y="403"/>
                    <a:pt x="708" y="0"/>
                    <a:pt x="376" y="0"/>
                  </a:cubicBezTo>
                  <a:cubicBezTo>
                    <a:pt x="375" y="0"/>
                    <a:pt x="374" y="0"/>
                    <a:pt x="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8" name="Google Shape;2028;p72"/>
            <p:cNvSpPr/>
            <p:nvPr/>
          </p:nvSpPr>
          <p:spPr>
            <a:xfrm>
              <a:off x="8745387" y="2624526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6" y="1"/>
                  </a:moveTo>
                  <a:cubicBezTo>
                    <a:pt x="169" y="1"/>
                    <a:pt x="1" y="169"/>
                    <a:pt x="1" y="375"/>
                  </a:cubicBezTo>
                  <a:cubicBezTo>
                    <a:pt x="1" y="600"/>
                    <a:pt x="185" y="750"/>
                    <a:pt x="377" y="750"/>
                  </a:cubicBezTo>
                  <a:cubicBezTo>
                    <a:pt x="469" y="750"/>
                    <a:pt x="562" y="715"/>
                    <a:pt x="638" y="639"/>
                  </a:cubicBezTo>
                  <a:cubicBezTo>
                    <a:pt x="874" y="404"/>
                    <a:pt x="708" y="2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29" name="Google Shape;2029;p72"/>
            <p:cNvSpPr/>
            <p:nvPr/>
          </p:nvSpPr>
          <p:spPr>
            <a:xfrm>
              <a:off x="8745387" y="2723397"/>
              <a:ext cx="44733" cy="43013"/>
            </a:xfrm>
            <a:custGeom>
              <a:avLst/>
              <a:gdLst/>
              <a:ahLst/>
              <a:cxnLst/>
              <a:rect l="l" t="t" r="r" b="b"/>
              <a:pathLst>
                <a:path w="780" h="750" extrusionOk="0">
                  <a:moveTo>
                    <a:pt x="376" y="0"/>
                  </a:moveTo>
                  <a:cubicBezTo>
                    <a:pt x="169" y="0"/>
                    <a:pt x="1" y="168"/>
                    <a:pt x="1" y="374"/>
                  </a:cubicBezTo>
                  <a:cubicBezTo>
                    <a:pt x="1" y="526"/>
                    <a:pt x="92" y="663"/>
                    <a:pt x="232" y="720"/>
                  </a:cubicBezTo>
                  <a:cubicBezTo>
                    <a:pt x="279" y="740"/>
                    <a:pt x="328" y="749"/>
                    <a:pt x="376" y="749"/>
                  </a:cubicBezTo>
                  <a:cubicBezTo>
                    <a:pt x="474" y="749"/>
                    <a:pt x="569" y="711"/>
                    <a:pt x="640" y="640"/>
                  </a:cubicBezTo>
                  <a:cubicBezTo>
                    <a:pt x="747" y="532"/>
                    <a:pt x="780" y="371"/>
                    <a:pt x="721" y="231"/>
                  </a:cubicBezTo>
                  <a:cubicBezTo>
                    <a:pt x="663" y="91"/>
                    <a:pt x="527" y="0"/>
                    <a:pt x="376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0" name="Google Shape;2030;p72"/>
            <p:cNvSpPr/>
            <p:nvPr/>
          </p:nvSpPr>
          <p:spPr>
            <a:xfrm>
              <a:off x="8745387" y="2822153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6" y="1"/>
                  </a:moveTo>
                  <a:cubicBezTo>
                    <a:pt x="169" y="1"/>
                    <a:pt x="1" y="169"/>
                    <a:pt x="1" y="375"/>
                  </a:cubicBezTo>
                  <a:cubicBezTo>
                    <a:pt x="1" y="600"/>
                    <a:pt x="185" y="750"/>
                    <a:pt x="377" y="750"/>
                  </a:cubicBezTo>
                  <a:cubicBezTo>
                    <a:pt x="469" y="750"/>
                    <a:pt x="562" y="715"/>
                    <a:pt x="638" y="639"/>
                  </a:cubicBezTo>
                  <a:cubicBezTo>
                    <a:pt x="874" y="404"/>
                    <a:pt x="708" y="2"/>
                    <a:pt x="376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1" name="Google Shape;2031;p72"/>
            <p:cNvSpPr/>
            <p:nvPr/>
          </p:nvSpPr>
          <p:spPr>
            <a:xfrm>
              <a:off x="8668080" y="2328029"/>
              <a:ext cx="50181" cy="43070"/>
            </a:xfrm>
            <a:custGeom>
              <a:avLst/>
              <a:gdLst/>
              <a:ahLst/>
              <a:cxnLst/>
              <a:rect l="l" t="t" r="r" b="b"/>
              <a:pathLst>
                <a:path w="875" h="751" extrusionOk="0">
                  <a:moveTo>
                    <a:pt x="374" y="1"/>
                  </a:moveTo>
                  <a:cubicBezTo>
                    <a:pt x="168" y="1"/>
                    <a:pt x="0" y="169"/>
                    <a:pt x="0" y="376"/>
                  </a:cubicBezTo>
                  <a:cubicBezTo>
                    <a:pt x="1" y="601"/>
                    <a:pt x="185" y="750"/>
                    <a:pt x="377" y="750"/>
                  </a:cubicBezTo>
                  <a:cubicBezTo>
                    <a:pt x="469" y="750"/>
                    <a:pt x="563" y="716"/>
                    <a:pt x="639" y="640"/>
                  </a:cubicBezTo>
                  <a:cubicBezTo>
                    <a:pt x="875" y="404"/>
                    <a:pt x="708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2" name="Google Shape;2032;p72"/>
            <p:cNvSpPr/>
            <p:nvPr/>
          </p:nvSpPr>
          <p:spPr>
            <a:xfrm>
              <a:off x="8668080" y="2426900"/>
              <a:ext cx="50181" cy="42955"/>
            </a:xfrm>
            <a:custGeom>
              <a:avLst/>
              <a:gdLst/>
              <a:ahLst/>
              <a:cxnLst/>
              <a:rect l="l" t="t" r="r" b="b"/>
              <a:pathLst>
                <a:path w="875" h="749" extrusionOk="0">
                  <a:moveTo>
                    <a:pt x="374" y="1"/>
                  </a:moveTo>
                  <a:cubicBezTo>
                    <a:pt x="168" y="1"/>
                    <a:pt x="0" y="169"/>
                    <a:pt x="0" y="376"/>
                  </a:cubicBezTo>
                  <a:cubicBezTo>
                    <a:pt x="1" y="600"/>
                    <a:pt x="185" y="749"/>
                    <a:pt x="377" y="749"/>
                  </a:cubicBezTo>
                  <a:cubicBezTo>
                    <a:pt x="469" y="749"/>
                    <a:pt x="563" y="715"/>
                    <a:pt x="639" y="638"/>
                  </a:cubicBezTo>
                  <a:cubicBezTo>
                    <a:pt x="875" y="403"/>
                    <a:pt x="708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3" name="Google Shape;2033;p72"/>
            <p:cNvSpPr/>
            <p:nvPr/>
          </p:nvSpPr>
          <p:spPr>
            <a:xfrm>
              <a:off x="8668080" y="2525713"/>
              <a:ext cx="43013" cy="43070"/>
            </a:xfrm>
            <a:custGeom>
              <a:avLst/>
              <a:gdLst/>
              <a:ahLst/>
              <a:cxnLst/>
              <a:rect l="l" t="t" r="r" b="b"/>
              <a:pathLst>
                <a:path w="750" h="751" extrusionOk="0">
                  <a:moveTo>
                    <a:pt x="374" y="0"/>
                  </a:moveTo>
                  <a:cubicBezTo>
                    <a:pt x="167" y="0"/>
                    <a:pt x="0" y="168"/>
                    <a:pt x="0" y="375"/>
                  </a:cubicBezTo>
                  <a:cubicBezTo>
                    <a:pt x="0" y="582"/>
                    <a:pt x="167" y="750"/>
                    <a:pt x="374" y="750"/>
                  </a:cubicBezTo>
                  <a:cubicBezTo>
                    <a:pt x="581" y="750"/>
                    <a:pt x="749" y="582"/>
                    <a:pt x="749" y="375"/>
                  </a:cubicBezTo>
                  <a:cubicBezTo>
                    <a:pt x="749" y="168"/>
                    <a:pt x="581" y="0"/>
                    <a:pt x="374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4" name="Google Shape;2034;p72"/>
            <p:cNvSpPr/>
            <p:nvPr/>
          </p:nvSpPr>
          <p:spPr>
            <a:xfrm>
              <a:off x="8668080" y="2624526"/>
              <a:ext cx="43013" cy="43013"/>
            </a:xfrm>
            <a:custGeom>
              <a:avLst/>
              <a:gdLst/>
              <a:ahLst/>
              <a:cxnLst/>
              <a:rect l="l" t="t" r="r" b="b"/>
              <a:pathLst>
                <a:path w="750" h="750" extrusionOk="0">
                  <a:moveTo>
                    <a:pt x="374" y="1"/>
                  </a:moveTo>
                  <a:cubicBezTo>
                    <a:pt x="167" y="1"/>
                    <a:pt x="0" y="169"/>
                    <a:pt x="0" y="376"/>
                  </a:cubicBezTo>
                  <a:cubicBezTo>
                    <a:pt x="0" y="583"/>
                    <a:pt x="167" y="750"/>
                    <a:pt x="374" y="750"/>
                  </a:cubicBezTo>
                  <a:cubicBezTo>
                    <a:pt x="581" y="750"/>
                    <a:pt x="749" y="583"/>
                    <a:pt x="749" y="376"/>
                  </a:cubicBezTo>
                  <a:cubicBezTo>
                    <a:pt x="749" y="169"/>
                    <a:pt x="581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5" name="Google Shape;2035;p72"/>
            <p:cNvSpPr/>
            <p:nvPr/>
          </p:nvSpPr>
          <p:spPr>
            <a:xfrm>
              <a:off x="8668080" y="2723397"/>
              <a:ext cx="44733" cy="43013"/>
            </a:xfrm>
            <a:custGeom>
              <a:avLst/>
              <a:gdLst/>
              <a:ahLst/>
              <a:cxnLst/>
              <a:rect l="l" t="t" r="r" b="b"/>
              <a:pathLst>
                <a:path w="780" h="750" extrusionOk="0">
                  <a:moveTo>
                    <a:pt x="377" y="0"/>
                  </a:moveTo>
                  <a:cubicBezTo>
                    <a:pt x="376" y="0"/>
                    <a:pt x="375" y="0"/>
                    <a:pt x="374" y="0"/>
                  </a:cubicBezTo>
                  <a:cubicBezTo>
                    <a:pt x="168" y="0"/>
                    <a:pt x="0" y="168"/>
                    <a:pt x="0" y="374"/>
                  </a:cubicBezTo>
                  <a:cubicBezTo>
                    <a:pt x="0" y="526"/>
                    <a:pt x="92" y="663"/>
                    <a:pt x="233" y="720"/>
                  </a:cubicBezTo>
                  <a:cubicBezTo>
                    <a:pt x="279" y="740"/>
                    <a:pt x="327" y="749"/>
                    <a:pt x="376" y="749"/>
                  </a:cubicBezTo>
                  <a:cubicBezTo>
                    <a:pt x="473" y="749"/>
                    <a:pt x="568" y="711"/>
                    <a:pt x="640" y="639"/>
                  </a:cubicBezTo>
                  <a:cubicBezTo>
                    <a:pt x="748" y="532"/>
                    <a:pt x="779" y="371"/>
                    <a:pt x="722" y="230"/>
                  </a:cubicBezTo>
                  <a:cubicBezTo>
                    <a:pt x="663" y="92"/>
                    <a:pt x="528" y="0"/>
                    <a:pt x="377" y="0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  <p:sp>
          <p:nvSpPr>
            <p:cNvPr id="2036" name="Google Shape;2036;p72"/>
            <p:cNvSpPr/>
            <p:nvPr/>
          </p:nvSpPr>
          <p:spPr>
            <a:xfrm>
              <a:off x="8668080" y="2822153"/>
              <a:ext cx="50181" cy="43013"/>
            </a:xfrm>
            <a:custGeom>
              <a:avLst/>
              <a:gdLst/>
              <a:ahLst/>
              <a:cxnLst/>
              <a:rect l="l" t="t" r="r" b="b"/>
              <a:pathLst>
                <a:path w="875" h="750" extrusionOk="0">
                  <a:moveTo>
                    <a:pt x="374" y="1"/>
                  </a:moveTo>
                  <a:cubicBezTo>
                    <a:pt x="168" y="2"/>
                    <a:pt x="1" y="169"/>
                    <a:pt x="0" y="375"/>
                  </a:cubicBezTo>
                  <a:cubicBezTo>
                    <a:pt x="0" y="600"/>
                    <a:pt x="185" y="750"/>
                    <a:pt x="377" y="750"/>
                  </a:cubicBezTo>
                  <a:cubicBezTo>
                    <a:pt x="469" y="750"/>
                    <a:pt x="563" y="715"/>
                    <a:pt x="639" y="639"/>
                  </a:cubicBezTo>
                  <a:cubicBezTo>
                    <a:pt x="875" y="403"/>
                    <a:pt x="708" y="1"/>
                    <a:pt x="374" y="1"/>
                  </a:cubicBezTo>
                  <a:close/>
                </a:path>
              </a:pathLst>
            </a:custGeom>
            <a:solidFill>
              <a:schemeClr val="lt2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lvl="0" indent="0" algn="l" rtl="0">
                <a:spcBef>
                  <a:spcPts val="0"/>
                </a:spcBef>
                <a:spcAft>
                  <a:spcPts val="0"/>
                </a:spcAft>
                <a:buNone/>
              </a:pPr>
              <a:endParaRPr/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Internet of Things by Slidesgo">
  <a:themeElements>
    <a:clrScheme name="Simple Light">
      <a:dk1>
        <a:srgbClr val="DB73CB"/>
      </a:dk1>
      <a:lt1>
        <a:srgbClr val="FEA8C3"/>
      </a:lt1>
      <a:dk2>
        <a:srgbClr val="E7D47B"/>
      </a:dk2>
      <a:lt2>
        <a:srgbClr val="FFFFFF"/>
      </a:lt2>
      <a:accent1>
        <a:srgbClr val="5229B7"/>
      </a:accent1>
      <a:accent2>
        <a:srgbClr val="9B69A5"/>
      </a:accent2>
      <a:accent3>
        <a:srgbClr val="78F0F9"/>
      </a:accent3>
      <a:accent4>
        <a:srgbClr val="C954FA"/>
      </a:accent4>
      <a:accent5>
        <a:srgbClr val="F7ABB7"/>
      </a:accent5>
      <a:accent6>
        <a:srgbClr val="FFD38B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1001</Words>
  <Application>Microsoft Office PowerPoint</Application>
  <PresentationFormat>On-screen Show (16:9)</PresentationFormat>
  <Paragraphs>127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8" baseType="lpstr">
      <vt:lpstr>Lato</vt:lpstr>
      <vt:lpstr>Days One</vt:lpstr>
      <vt:lpstr>Open Sans</vt:lpstr>
      <vt:lpstr>Arial</vt:lpstr>
      <vt:lpstr>Bebas Neue Pro</vt:lpstr>
      <vt:lpstr>Internet of Things by Slidesgo</vt:lpstr>
      <vt:lpstr>TIỂU LUẬN CHUYÊN NGÀNH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THANKS!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Acer Nitro 5</dc:creator>
  <cp:lastModifiedBy>Acer Nitro 5</cp:lastModifiedBy>
  <cp:revision>3</cp:revision>
  <dcterms:modified xsi:type="dcterms:W3CDTF">2025-12-02T13:29:36Z</dcterms:modified>
</cp:coreProperties>
</file>